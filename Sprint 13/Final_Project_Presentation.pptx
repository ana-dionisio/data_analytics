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9" r:id="rId5"/>
    <p:sldId id="281" r:id="rId6"/>
    <p:sldId id="295" r:id="rId7"/>
    <p:sldId id="344" r:id="rId8"/>
    <p:sldId id="359" r:id="rId9"/>
    <p:sldId id="343" r:id="rId10"/>
    <p:sldId id="345" r:id="rId11"/>
    <p:sldId id="346" r:id="rId12"/>
    <p:sldId id="341" r:id="rId13"/>
    <p:sldId id="309" r:id="rId14"/>
    <p:sldId id="356" r:id="rId15"/>
    <p:sldId id="357" r:id="rId16"/>
    <p:sldId id="358" r:id="rId17"/>
    <p:sldId id="347" r:id="rId18"/>
    <p:sldId id="355" r:id="rId19"/>
    <p:sldId id="342" r:id="rId20"/>
    <p:sldId id="348" r:id="rId21"/>
    <p:sldId id="361" r:id="rId22"/>
    <p:sldId id="335" r:id="rId23"/>
    <p:sldId id="349" r:id="rId24"/>
    <p:sldId id="350" r:id="rId25"/>
    <p:sldId id="354" r:id="rId26"/>
    <p:sldId id="352" r:id="rId27"/>
    <p:sldId id="360" r:id="rId28"/>
    <p:sldId id="353" r:id="rId29"/>
    <p:sldId id="301" r:id="rId3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2D515-16CA-4A63-8279-48ADEBBA00D6}" v="151" dt="2026-03-18T14:56:04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98" autoAdjust="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8"/>
    </p:cViewPr>
  </p:sorterViewPr>
  <p:notesViewPr>
    <p:cSldViewPr snapToGrid="0">
      <p:cViewPr varScale="1">
        <p:scale>
          <a:sx n="114" d="100"/>
          <a:sy n="114" d="100"/>
        </p:scale>
        <p:origin x="222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Claudia Dionisio" userId="5d8de30b55da937b" providerId="LiveId" clId="{D58B0D4B-F43C-4C9B-848C-7B87BC1A51B3}"/>
    <pc:docChg chg="undo redo custSel addSld delSld modSld sldOrd">
      <pc:chgData name="Ana Claudia Dionisio" userId="5d8de30b55da937b" providerId="LiveId" clId="{D58B0D4B-F43C-4C9B-848C-7B87BC1A51B3}" dt="2026-03-18T21:12:02.878" v="8843" actId="1076"/>
      <pc:docMkLst>
        <pc:docMk/>
      </pc:docMkLst>
      <pc:sldChg chg="modSp mod">
        <pc:chgData name="Ana Claudia Dionisio" userId="5d8de30b55da937b" providerId="LiveId" clId="{D58B0D4B-F43C-4C9B-848C-7B87BC1A51B3}" dt="2026-03-17T12:28:10.562" v="7834" actId="20577"/>
        <pc:sldMkLst>
          <pc:docMk/>
          <pc:sldMk cId="170963834" sldId="259"/>
        </pc:sldMkLst>
        <pc:spChg chg="mod">
          <ac:chgData name="Ana Claudia Dionisio" userId="5d8de30b55da937b" providerId="LiveId" clId="{D58B0D4B-F43C-4C9B-848C-7B87BC1A51B3}" dt="2026-03-17T12:28:10.562" v="7834" actId="20577"/>
          <ac:spMkLst>
            <pc:docMk/>
            <pc:sldMk cId="170963834" sldId="259"/>
            <ac:spMk id="2" creationId="{D9B36C10-A9EA-414E-B3D3-09BAD9FA950D}"/>
          </ac:spMkLst>
        </pc:spChg>
        <pc:spChg chg="mod">
          <ac:chgData name="Ana Claudia Dionisio" userId="5d8de30b55da937b" providerId="LiveId" clId="{D58B0D4B-F43C-4C9B-848C-7B87BC1A51B3}" dt="2026-03-16T18:27:42.506" v="3671" actId="14100"/>
          <ac:spMkLst>
            <pc:docMk/>
            <pc:sldMk cId="170963834" sldId="259"/>
            <ac:spMk id="3" creationId="{0A140D27-0E15-4434-A8B8-FC32761449B0}"/>
          </ac:spMkLst>
        </pc:spChg>
        <pc:picChg chg="mod">
          <ac:chgData name="Ana Claudia Dionisio" userId="5d8de30b55da937b" providerId="LiveId" clId="{D58B0D4B-F43C-4C9B-848C-7B87BC1A51B3}" dt="2026-03-16T18:27:11.557" v="3635" actId="14100"/>
          <ac:picMkLst>
            <pc:docMk/>
            <pc:sldMk cId="170963834" sldId="259"/>
            <ac:picMk id="6" creationId="{3CF2725B-8BAD-4651-8A3F-80E73387133C}"/>
          </ac:picMkLst>
        </pc:picChg>
      </pc:sldChg>
      <pc:sldChg chg="modSp mod">
        <pc:chgData name="Ana Claudia Dionisio" userId="5d8de30b55da937b" providerId="LiveId" clId="{D58B0D4B-F43C-4C9B-848C-7B87BC1A51B3}" dt="2026-03-18T10:20:32.212" v="7879" actId="20577"/>
        <pc:sldMkLst>
          <pc:docMk/>
          <pc:sldMk cId="2976291157" sldId="281"/>
        </pc:sldMkLst>
        <pc:spChg chg="mod">
          <ac:chgData name="Ana Claudia Dionisio" userId="5d8de30b55da937b" providerId="LiveId" clId="{D58B0D4B-F43C-4C9B-848C-7B87BC1A51B3}" dt="2026-03-18T10:20:32.212" v="7879" actId="20577"/>
          <ac:spMkLst>
            <pc:docMk/>
            <pc:sldMk cId="2976291157" sldId="281"/>
            <ac:spMk id="2" creationId="{7A615E37-3C95-4E35-8624-CC190CC12235}"/>
          </ac:spMkLst>
        </pc:spChg>
        <pc:spChg chg="mod">
          <ac:chgData name="Ana Claudia Dionisio" userId="5d8de30b55da937b" providerId="LiveId" clId="{D58B0D4B-F43C-4C9B-848C-7B87BC1A51B3}" dt="2026-03-18T10:20:13.959" v="7854" actId="6549"/>
          <ac:spMkLst>
            <pc:docMk/>
            <pc:sldMk cId="2976291157" sldId="281"/>
            <ac:spMk id="3" creationId="{CF816715-277D-4042-B401-03CD007D7CDB}"/>
          </ac:spMkLst>
        </pc:spChg>
      </pc:sldChg>
      <pc:sldChg chg="modSp del mod">
        <pc:chgData name="Ana Claudia Dionisio" userId="5d8de30b55da937b" providerId="LiveId" clId="{D58B0D4B-F43C-4C9B-848C-7B87BC1A51B3}" dt="2026-03-18T11:26:18.182" v="8383" actId="47"/>
        <pc:sldMkLst>
          <pc:docMk/>
          <pc:sldMk cId="3871568735" sldId="294"/>
        </pc:sldMkLst>
      </pc:sldChg>
      <pc:sldChg chg="addSp modSp mod">
        <pc:chgData name="Ana Claudia Dionisio" userId="5d8de30b55da937b" providerId="LiveId" clId="{D58B0D4B-F43C-4C9B-848C-7B87BC1A51B3}" dt="2026-03-18T10:21:18.368" v="7932" actId="20577"/>
        <pc:sldMkLst>
          <pc:docMk/>
          <pc:sldMk cId="17902528" sldId="295"/>
        </pc:sldMkLst>
        <pc:spChg chg="mod">
          <ac:chgData name="Ana Claudia Dionisio" userId="5d8de30b55da937b" providerId="LiveId" clId="{D58B0D4B-F43C-4C9B-848C-7B87BC1A51B3}" dt="2026-03-16T18:30:47.433" v="3731" actId="20577"/>
          <ac:spMkLst>
            <pc:docMk/>
            <pc:sldMk cId="17902528" sldId="295"/>
            <ac:spMk id="2" creationId="{1E6399C3-3EDC-4898-A2E4-D8ACEE6A32AA}"/>
          </ac:spMkLst>
        </pc:spChg>
        <pc:spChg chg="mod">
          <ac:chgData name="Ana Claudia Dionisio" userId="5d8de30b55da937b" providerId="LiveId" clId="{D58B0D4B-F43C-4C9B-848C-7B87BC1A51B3}" dt="2026-03-18T10:21:18.368" v="7932" actId="20577"/>
          <ac:spMkLst>
            <pc:docMk/>
            <pc:sldMk cId="17902528" sldId="295"/>
            <ac:spMk id="3" creationId="{AF5130D8-AD6A-4638-9059-326759848895}"/>
          </ac:spMkLst>
        </pc:spChg>
      </pc:sldChg>
      <pc:sldChg chg="addSp delSp modSp del mod">
        <pc:chgData name="Ana Claudia Dionisio" userId="5d8de30b55da937b" providerId="LiveId" clId="{D58B0D4B-F43C-4C9B-848C-7B87BC1A51B3}" dt="2026-03-17T00:28:43.948" v="7776" actId="47"/>
        <pc:sldMkLst>
          <pc:docMk/>
          <pc:sldMk cId="2694395794" sldId="296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3495264433" sldId="300"/>
        </pc:sldMkLst>
      </pc:sldChg>
      <pc:sldChg chg="addSp delSp modSp mod ord">
        <pc:chgData name="Ana Claudia Dionisio" userId="5d8de30b55da937b" providerId="LiveId" clId="{D58B0D4B-F43C-4C9B-848C-7B87BC1A51B3}" dt="2026-03-16T22:11:25.854" v="7185" actId="1076"/>
        <pc:sldMkLst>
          <pc:docMk/>
          <pc:sldMk cId="3043070934" sldId="301"/>
        </pc:sldMkLst>
        <pc:spChg chg="mod">
          <ac:chgData name="Ana Claudia Dionisio" userId="5d8de30b55da937b" providerId="LiveId" clId="{D58B0D4B-F43C-4C9B-848C-7B87BC1A51B3}" dt="2026-03-16T22:11:25.854" v="7185" actId="1076"/>
          <ac:spMkLst>
            <pc:docMk/>
            <pc:sldMk cId="3043070934" sldId="301"/>
            <ac:spMk id="2" creationId="{17632718-615D-445E-861C-ADF040C4B2A4}"/>
          </ac:spMkLst>
        </pc:spChg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742158403" sldId="306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4081779217" sldId="307"/>
        </pc:sldMkLst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718815033" sldId="308"/>
        </pc:sldMkLst>
      </pc:sldChg>
      <pc:sldChg chg="addSp delSp modSp mod ord">
        <pc:chgData name="Ana Claudia Dionisio" userId="5d8de30b55da937b" providerId="LiveId" clId="{D58B0D4B-F43C-4C9B-848C-7B87BC1A51B3}" dt="2026-03-18T11:20:22.247" v="8291" actId="1076"/>
        <pc:sldMkLst>
          <pc:docMk/>
          <pc:sldMk cId="3382633633" sldId="309"/>
        </pc:sldMkLst>
        <pc:spChg chg="add mod">
          <ac:chgData name="Ana Claudia Dionisio" userId="5d8de30b55da937b" providerId="LiveId" clId="{D58B0D4B-F43C-4C9B-848C-7B87BC1A51B3}" dt="2026-03-18T11:20:05.931" v="8288" actId="1076"/>
          <ac:spMkLst>
            <pc:docMk/>
            <pc:sldMk cId="3382633633" sldId="309"/>
            <ac:spMk id="14" creationId="{326AA7A0-E756-1E8C-159E-F9EDCA65D5A6}"/>
          </ac:spMkLst>
        </pc:spChg>
        <pc:spChg chg="add mod">
          <ac:chgData name="Ana Claudia Dionisio" userId="5d8de30b55da937b" providerId="LiveId" clId="{D58B0D4B-F43C-4C9B-848C-7B87BC1A51B3}" dt="2026-03-18T11:20:22.247" v="8291" actId="1076"/>
          <ac:spMkLst>
            <pc:docMk/>
            <pc:sldMk cId="3382633633" sldId="309"/>
            <ac:spMk id="18" creationId="{701C1C35-9BDC-6C6E-C068-1DB672D8E20B}"/>
          </ac:spMkLst>
        </pc:spChg>
        <pc:picChg chg="add del mod">
          <ac:chgData name="Ana Claudia Dionisio" userId="5d8de30b55da937b" providerId="LiveId" clId="{D58B0D4B-F43C-4C9B-848C-7B87BC1A51B3}" dt="2026-03-18T11:13:44.491" v="8233" actId="478"/>
          <ac:picMkLst>
            <pc:docMk/>
            <pc:sldMk cId="3382633633" sldId="309"/>
            <ac:picMk id="3" creationId="{8392CA0A-D392-2E27-7DA4-58C841F7CAB6}"/>
          </ac:picMkLst>
        </pc:picChg>
        <pc:picChg chg="add del mod">
          <ac:chgData name="Ana Claudia Dionisio" userId="5d8de30b55da937b" providerId="LiveId" clId="{D58B0D4B-F43C-4C9B-848C-7B87BC1A51B3}" dt="2026-03-18T11:13:57.748" v="8242" actId="478"/>
          <ac:picMkLst>
            <pc:docMk/>
            <pc:sldMk cId="3382633633" sldId="309"/>
            <ac:picMk id="7" creationId="{C03408BE-871B-3F65-3233-807A761E6F90}"/>
          </ac:picMkLst>
        </pc:picChg>
        <pc:picChg chg="add mod">
          <ac:chgData name="Ana Claudia Dionisio" userId="5d8de30b55da937b" providerId="LiveId" clId="{D58B0D4B-F43C-4C9B-848C-7B87BC1A51B3}" dt="2026-03-18T11:19:59.476" v="8286" actId="1076"/>
          <ac:picMkLst>
            <pc:docMk/>
            <pc:sldMk cId="3382633633" sldId="309"/>
            <ac:picMk id="9" creationId="{63A8D9C5-0E80-53C6-BF67-50126EB1AA85}"/>
          </ac:picMkLst>
        </pc:picChg>
      </pc:sldChg>
      <pc:sldChg chg="del">
        <pc:chgData name="Ana Claudia Dionisio" userId="5d8de30b55da937b" providerId="LiveId" clId="{D58B0D4B-F43C-4C9B-848C-7B87BC1A51B3}" dt="2026-03-18T11:26:18.182" v="8383" actId="47"/>
        <pc:sldMkLst>
          <pc:docMk/>
          <pc:sldMk cId="4280447412" sldId="310"/>
        </pc:sldMkLst>
      </pc:sldChg>
      <pc:sldChg chg="addSp delSp modSp del mod">
        <pc:chgData name="Ana Claudia Dionisio" userId="5d8de30b55da937b" providerId="LiveId" clId="{D58B0D4B-F43C-4C9B-848C-7B87BC1A51B3}" dt="2026-03-17T00:29:55.746" v="7778" actId="47"/>
        <pc:sldMkLst>
          <pc:docMk/>
          <pc:sldMk cId="2467079130" sldId="311"/>
        </pc:sldMkLst>
      </pc:sldChg>
      <pc:sldChg chg="addSp delSp modSp del mod modClrScheme chgLayout">
        <pc:chgData name="Ana Claudia Dionisio" userId="5d8de30b55da937b" providerId="LiveId" clId="{D58B0D4B-F43C-4C9B-848C-7B87BC1A51B3}" dt="2026-03-18T11:26:18.182" v="8383" actId="47"/>
        <pc:sldMkLst>
          <pc:docMk/>
          <pc:sldMk cId="3202445602" sldId="312"/>
        </pc:sldMkLst>
      </pc:sldChg>
      <pc:sldChg chg="addSp delSp modSp del mod">
        <pc:chgData name="Ana Claudia Dionisio" userId="5d8de30b55da937b" providerId="LiveId" clId="{D58B0D4B-F43C-4C9B-848C-7B87BC1A51B3}" dt="2026-03-18T11:26:18.182" v="8383" actId="47"/>
        <pc:sldMkLst>
          <pc:docMk/>
          <pc:sldMk cId="2555924535" sldId="313"/>
        </pc:sldMkLst>
      </pc:sldChg>
      <pc:sldChg chg="addSp delSp modSp del mod modClrScheme chgLayout">
        <pc:chgData name="Ana Claudia Dionisio" userId="5d8de30b55da937b" providerId="LiveId" clId="{D58B0D4B-F43C-4C9B-848C-7B87BC1A51B3}" dt="2026-03-17T00:28:40.881" v="7775" actId="47"/>
        <pc:sldMkLst>
          <pc:docMk/>
          <pc:sldMk cId="1764895875" sldId="315"/>
        </pc:sldMkLst>
      </pc:sldChg>
      <pc:sldChg chg="addSp delSp modSp del mod">
        <pc:chgData name="Ana Claudia Dionisio" userId="5d8de30b55da937b" providerId="LiveId" clId="{D58B0D4B-F43C-4C9B-848C-7B87BC1A51B3}" dt="2026-03-18T11:26:18.182" v="8383" actId="47"/>
        <pc:sldMkLst>
          <pc:docMk/>
          <pc:sldMk cId="3811537168" sldId="316"/>
        </pc:sldMkLst>
      </pc:sldChg>
      <pc:sldChg chg="addSp delSp modSp del mod modClrScheme chgLayout">
        <pc:chgData name="Ana Claudia Dionisio" userId="5d8de30b55da937b" providerId="LiveId" clId="{D58B0D4B-F43C-4C9B-848C-7B87BC1A51B3}" dt="2026-03-18T11:26:18.182" v="8383" actId="47"/>
        <pc:sldMkLst>
          <pc:docMk/>
          <pc:sldMk cId="1794774296" sldId="318"/>
        </pc:sldMkLst>
      </pc:sldChg>
      <pc:sldChg chg="delSp modSp del mod">
        <pc:chgData name="Ana Claudia Dionisio" userId="5d8de30b55da937b" providerId="LiveId" clId="{D58B0D4B-F43C-4C9B-848C-7B87BC1A51B3}" dt="2026-03-17T00:29:55.746" v="7778" actId="47"/>
        <pc:sldMkLst>
          <pc:docMk/>
          <pc:sldMk cId="1487060835" sldId="319"/>
        </pc:sldMkLst>
      </pc:sldChg>
      <pc:sldChg chg="addSp delSp modSp del mod">
        <pc:chgData name="Ana Claudia Dionisio" userId="5d8de30b55da937b" providerId="LiveId" clId="{D58B0D4B-F43C-4C9B-848C-7B87BC1A51B3}" dt="2026-03-17T00:29:47.138" v="7777" actId="47"/>
        <pc:sldMkLst>
          <pc:docMk/>
          <pc:sldMk cId="744607865" sldId="320"/>
        </pc:sldMkLst>
      </pc:sldChg>
      <pc:sldChg chg="delSp del mod">
        <pc:chgData name="Ana Claudia Dionisio" userId="5d8de30b55da937b" providerId="LiveId" clId="{D58B0D4B-F43C-4C9B-848C-7B87BC1A51B3}" dt="2026-03-17T00:29:47.138" v="7777" actId="47"/>
        <pc:sldMkLst>
          <pc:docMk/>
          <pc:sldMk cId="3126926240" sldId="321"/>
        </pc:sldMkLst>
      </pc:sldChg>
      <pc:sldChg chg="delSp del mod">
        <pc:chgData name="Ana Claudia Dionisio" userId="5d8de30b55da937b" providerId="LiveId" clId="{D58B0D4B-F43C-4C9B-848C-7B87BC1A51B3}" dt="2026-03-17T00:29:47.138" v="7777" actId="47"/>
        <pc:sldMkLst>
          <pc:docMk/>
          <pc:sldMk cId="1842283163" sldId="322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417908724" sldId="323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374149318" sldId="324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824153484" sldId="325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2824345515" sldId="326"/>
        </pc:sldMkLst>
      </pc:sldChg>
      <pc:sldChg chg="delSp del mod">
        <pc:chgData name="Ana Claudia Dionisio" userId="5d8de30b55da937b" providerId="LiveId" clId="{D58B0D4B-F43C-4C9B-848C-7B87BC1A51B3}" dt="2026-03-17T00:29:55.746" v="7778" actId="47"/>
        <pc:sldMkLst>
          <pc:docMk/>
          <pc:sldMk cId="4225339409" sldId="327"/>
        </pc:sldMkLst>
      </pc:sldChg>
      <pc:sldChg chg="addSp delSp modSp add del mod modClrScheme chgLayout">
        <pc:chgData name="Ana Claudia Dionisio" userId="5d8de30b55da937b" providerId="LiveId" clId="{D58B0D4B-F43C-4C9B-848C-7B87BC1A51B3}" dt="2026-03-17T00:28:29.332" v="7774" actId="47"/>
        <pc:sldMkLst>
          <pc:docMk/>
          <pc:sldMk cId="710846297" sldId="328"/>
        </pc:sldMkLst>
      </pc:sldChg>
      <pc:sldChg chg="addSp delSp modSp add del mod ord">
        <pc:chgData name="Ana Claudia Dionisio" userId="5d8de30b55da937b" providerId="LiveId" clId="{D58B0D4B-F43C-4C9B-848C-7B87BC1A51B3}" dt="2026-03-17T00:28:24.407" v="7772" actId="47"/>
        <pc:sldMkLst>
          <pc:docMk/>
          <pc:sldMk cId="326156942" sldId="330"/>
        </pc:sldMkLst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4128070828" sldId="334"/>
        </pc:sldMkLst>
      </pc:sldChg>
      <pc:sldChg chg="addSp delSp modSp add mod ord modClrScheme chgLayout">
        <pc:chgData name="Ana Claudia Dionisio" userId="5d8de30b55da937b" providerId="LiveId" clId="{D58B0D4B-F43C-4C9B-848C-7B87BC1A51B3}" dt="2026-03-16T21:50:42.433" v="5937" actId="14100"/>
        <pc:sldMkLst>
          <pc:docMk/>
          <pc:sldMk cId="3906584298" sldId="335"/>
        </pc:sldMkLst>
        <pc:spChg chg="add del mod">
          <ac:chgData name="Ana Claudia Dionisio" userId="5d8de30b55da937b" providerId="LiveId" clId="{D58B0D4B-F43C-4C9B-848C-7B87BC1A51B3}" dt="2026-03-16T21:50:36.705" v="5936" actId="1076"/>
          <ac:spMkLst>
            <pc:docMk/>
            <pc:sldMk cId="3906584298" sldId="335"/>
            <ac:spMk id="6" creationId="{22AE7CED-32F2-A61D-41E2-06AFE101CC85}"/>
          </ac:spMkLst>
        </pc:spChg>
        <pc:spChg chg="mod ord">
          <ac:chgData name="Ana Claudia Dionisio" userId="5d8de30b55da937b" providerId="LiveId" clId="{D58B0D4B-F43C-4C9B-848C-7B87BC1A51B3}" dt="2026-03-16T21:47:46.222" v="5665" actId="26606"/>
          <ac:spMkLst>
            <pc:docMk/>
            <pc:sldMk cId="3906584298" sldId="335"/>
            <ac:spMk id="7" creationId="{2BBD986B-9FB4-CD31-BAE9-98CEA8D571CF}"/>
          </ac:spMkLst>
        </pc:spChg>
        <pc:spChg chg="mod">
          <ac:chgData name="Ana Claudia Dionisio" userId="5d8de30b55da937b" providerId="LiveId" clId="{D58B0D4B-F43C-4C9B-848C-7B87BC1A51B3}" dt="2026-03-16T21:50:42.433" v="5937" actId="14100"/>
          <ac:spMkLst>
            <pc:docMk/>
            <pc:sldMk cId="3906584298" sldId="335"/>
            <ac:spMk id="9" creationId="{03D733BC-7CAB-E8EB-4D2B-2651A05285B1}"/>
          </ac:spMkLst>
        </pc:spChg>
        <pc:picChg chg="add mod">
          <ac:chgData name="Ana Claudia Dionisio" userId="5d8de30b55da937b" providerId="LiveId" clId="{D58B0D4B-F43C-4C9B-848C-7B87BC1A51B3}" dt="2026-03-16T21:50:32.239" v="5935"/>
          <ac:picMkLst>
            <pc:docMk/>
            <pc:sldMk cId="3906584298" sldId="335"/>
            <ac:picMk id="8" creationId="{F81B9B21-6D5E-EC99-0C7D-728E0F909F38}"/>
          </ac:picMkLst>
        </pc:picChg>
        <pc:picChg chg="add mod">
          <ac:chgData name="Ana Claudia Dionisio" userId="5d8de30b55da937b" providerId="LiveId" clId="{D58B0D4B-F43C-4C9B-848C-7B87BC1A51B3}" dt="2026-03-16T21:50:32.239" v="5935"/>
          <ac:picMkLst>
            <pc:docMk/>
            <pc:sldMk cId="3906584298" sldId="335"/>
            <ac:picMk id="10" creationId="{37E14F13-A7C9-7F6C-A88E-8E908C3246ED}"/>
          </ac:picMkLst>
        </pc:picChg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769569063" sldId="337"/>
        </pc:sldMkLst>
      </pc:sldChg>
      <pc:sldChg chg="addSp delSp modSp add del mod">
        <pc:chgData name="Ana Claudia Dionisio" userId="5d8de30b55da937b" providerId="LiveId" clId="{D58B0D4B-F43C-4C9B-848C-7B87BC1A51B3}" dt="2026-03-18T11:26:18.182" v="8383" actId="47"/>
        <pc:sldMkLst>
          <pc:docMk/>
          <pc:sldMk cId="666244647" sldId="339"/>
        </pc:sldMkLst>
      </pc:sldChg>
      <pc:sldChg chg="addSp delSp modSp add del mod modClrScheme chgLayout">
        <pc:chgData name="Ana Claudia Dionisio" userId="5d8de30b55da937b" providerId="LiveId" clId="{D58B0D4B-F43C-4C9B-848C-7B87BC1A51B3}" dt="2026-03-17T00:28:26.958" v="7773" actId="47"/>
        <pc:sldMkLst>
          <pc:docMk/>
          <pc:sldMk cId="2336716863" sldId="340"/>
        </pc:sldMkLst>
      </pc:sldChg>
      <pc:sldChg chg="addSp delSp modSp add mod ord modAnim">
        <pc:chgData name="Ana Claudia Dionisio" userId="5d8de30b55da937b" providerId="LiveId" clId="{D58B0D4B-F43C-4C9B-848C-7B87BC1A51B3}" dt="2026-03-18T10:23:49.233" v="7941" actId="14100"/>
        <pc:sldMkLst>
          <pc:docMk/>
          <pc:sldMk cId="1810469859" sldId="341"/>
        </pc:sldMkLst>
        <pc:spChg chg="add mod">
          <ac:chgData name="Ana Claudia Dionisio" userId="5d8de30b55da937b" providerId="LiveId" clId="{D58B0D4B-F43C-4C9B-848C-7B87BC1A51B3}" dt="2026-03-16T21:28:15.327" v="5152" actId="1076"/>
          <ac:spMkLst>
            <pc:docMk/>
            <pc:sldMk cId="1810469859" sldId="341"/>
            <ac:spMk id="4" creationId="{A5F006D0-E263-D344-19A6-6C41A97BF6D9}"/>
          </ac:spMkLst>
        </pc:spChg>
        <pc:spChg chg="add mod">
          <ac:chgData name="Ana Claudia Dionisio" userId="5d8de30b55da937b" providerId="LiveId" clId="{D58B0D4B-F43C-4C9B-848C-7B87BC1A51B3}" dt="2026-03-17T10:44:50.059" v="7789" actId="1076"/>
          <ac:spMkLst>
            <pc:docMk/>
            <pc:sldMk cId="1810469859" sldId="341"/>
            <ac:spMk id="5" creationId="{DD19DC94-2DF6-B501-AC2C-AA5C75BD7FE1}"/>
          </ac:spMkLst>
        </pc:spChg>
        <pc:picChg chg="add del mod">
          <ac:chgData name="Ana Claudia Dionisio" userId="5d8de30b55da937b" providerId="LiveId" clId="{D58B0D4B-F43C-4C9B-848C-7B87BC1A51B3}" dt="2026-03-18T10:23:20.854" v="7933" actId="478"/>
          <ac:picMkLst>
            <pc:docMk/>
            <pc:sldMk cId="1810469859" sldId="341"/>
            <ac:picMk id="3" creationId="{344AD3B2-684E-DFF6-306E-BFCDE2813D94}"/>
          </ac:picMkLst>
        </pc:picChg>
        <pc:picChg chg="add mod ord">
          <ac:chgData name="Ana Claudia Dionisio" userId="5d8de30b55da937b" providerId="LiveId" clId="{D58B0D4B-F43C-4C9B-848C-7B87BC1A51B3}" dt="2026-03-18T10:23:49.233" v="7941" actId="14100"/>
          <ac:picMkLst>
            <pc:docMk/>
            <pc:sldMk cId="1810469859" sldId="341"/>
            <ac:picMk id="11" creationId="{AC4E5B16-25F8-8423-43E7-F756CF43ED44}"/>
          </ac:picMkLst>
        </pc:picChg>
      </pc:sldChg>
      <pc:sldChg chg="addSp delSp modSp add mod ord">
        <pc:chgData name="Ana Claudia Dionisio" userId="5d8de30b55da937b" providerId="LiveId" clId="{D58B0D4B-F43C-4C9B-848C-7B87BC1A51B3}" dt="2026-03-17T11:00:39.114" v="7792" actId="208"/>
        <pc:sldMkLst>
          <pc:docMk/>
          <pc:sldMk cId="1560633169" sldId="342"/>
        </pc:sldMkLst>
        <pc:spChg chg="add mod">
          <ac:chgData name="Ana Claudia Dionisio" userId="5d8de30b55da937b" providerId="LiveId" clId="{D58B0D4B-F43C-4C9B-848C-7B87BC1A51B3}" dt="2026-03-16T21:42:42.068" v="5600" actId="1076"/>
          <ac:spMkLst>
            <pc:docMk/>
            <pc:sldMk cId="1560633169" sldId="342"/>
            <ac:spMk id="8" creationId="{7B437E32-C61C-D723-F5E9-3FC1AD73325B}"/>
          </ac:spMkLst>
        </pc:spChg>
        <pc:spChg chg="mod">
          <ac:chgData name="Ana Claudia Dionisio" userId="5d8de30b55da937b" providerId="LiveId" clId="{D58B0D4B-F43C-4C9B-848C-7B87BC1A51B3}" dt="2026-03-16T21:42:51.057" v="5622" actId="20577"/>
          <ac:spMkLst>
            <pc:docMk/>
            <pc:sldMk cId="1560633169" sldId="342"/>
            <ac:spMk id="12" creationId="{0AADE658-0B23-8DAE-550E-ABB20807A679}"/>
          </ac:spMkLst>
        </pc:spChg>
        <pc:spChg chg="add mod">
          <ac:chgData name="Ana Claudia Dionisio" userId="5d8de30b55da937b" providerId="LiveId" clId="{D58B0D4B-F43C-4C9B-848C-7B87BC1A51B3}" dt="2026-03-17T11:00:39.114" v="7792" actId="208"/>
          <ac:spMkLst>
            <pc:docMk/>
            <pc:sldMk cId="1560633169" sldId="342"/>
            <ac:spMk id="13" creationId="{18E5D2F0-8EF4-A5C7-BB02-69713BC2340E}"/>
          </ac:spMkLst>
        </pc:spChg>
        <pc:picChg chg="add mod">
          <ac:chgData name="Ana Claudia Dionisio" userId="5d8de30b55da937b" providerId="LiveId" clId="{D58B0D4B-F43C-4C9B-848C-7B87BC1A51B3}" dt="2026-03-16T21:42:39.051" v="5599" actId="1076"/>
          <ac:picMkLst>
            <pc:docMk/>
            <pc:sldMk cId="1560633169" sldId="342"/>
            <ac:picMk id="11" creationId="{DEC64038-E55F-95D1-0FB5-86DB834EC204}"/>
          </ac:picMkLst>
        </pc:picChg>
      </pc:sldChg>
      <pc:sldChg chg="addSp modSp add mod modAnim">
        <pc:chgData name="Ana Claudia Dionisio" userId="5d8de30b55da937b" providerId="LiveId" clId="{D58B0D4B-F43C-4C9B-848C-7B87BC1A51B3}" dt="2026-03-17T10:41:53.343" v="7783" actId="167"/>
        <pc:sldMkLst>
          <pc:docMk/>
          <pc:sldMk cId="22385714" sldId="343"/>
        </pc:sldMkLst>
        <pc:spChg chg="mod">
          <ac:chgData name="Ana Claudia Dionisio" userId="5d8de30b55da937b" providerId="LiveId" clId="{D58B0D4B-F43C-4C9B-848C-7B87BC1A51B3}" dt="2026-03-16T18:35:06.810" v="4109" actId="27636"/>
          <ac:spMkLst>
            <pc:docMk/>
            <pc:sldMk cId="22385714" sldId="343"/>
            <ac:spMk id="9" creationId="{0893EA52-A9A7-D23E-5395-8608D61956F8}"/>
          </ac:spMkLst>
        </pc:spChg>
        <pc:spChg chg="mod">
          <ac:chgData name="Ana Claudia Dionisio" userId="5d8de30b55da937b" providerId="LiveId" clId="{D58B0D4B-F43C-4C9B-848C-7B87BC1A51B3}" dt="2026-03-16T18:34:59.865" v="4107" actId="207"/>
          <ac:spMkLst>
            <pc:docMk/>
            <pc:sldMk cId="22385714" sldId="343"/>
            <ac:spMk id="12" creationId="{331E1B9A-2C2B-4CB6-503A-CC1DE1B47ACF}"/>
          </ac:spMkLst>
        </pc:spChg>
        <pc:picChg chg="add mod">
          <ac:chgData name="Ana Claudia Dionisio" userId="5d8de30b55da937b" providerId="LiveId" clId="{D58B0D4B-F43C-4C9B-848C-7B87BC1A51B3}" dt="2026-03-16T18:39:27.911" v="4117" actId="14100"/>
          <ac:picMkLst>
            <pc:docMk/>
            <pc:sldMk cId="22385714" sldId="343"/>
            <ac:picMk id="2" creationId="{295F6043-E642-8C0C-B9BA-B93E58095D5E}"/>
          </ac:picMkLst>
        </pc:picChg>
        <pc:picChg chg="add mod ord">
          <ac:chgData name="Ana Claudia Dionisio" userId="5d8de30b55da937b" providerId="LiveId" clId="{D58B0D4B-F43C-4C9B-848C-7B87BC1A51B3}" dt="2026-03-17T10:41:53.343" v="7783" actId="167"/>
          <ac:picMkLst>
            <pc:docMk/>
            <pc:sldMk cId="22385714" sldId="343"/>
            <ac:picMk id="4" creationId="{C55A17E7-4F8D-C5FC-F827-5DA807D2247C}"/>
          </ac:picMkLst>
        </pc:picChg>
        <pc:picChg chg="add">
          <ac:chgData name="Ana Claudia Dionisio" userId="5d8de30b55da937b" providerId="LiveId" clId="{D58B0D4B-F43C-4C9B-848C-7B87BC1A51B3}" dt="2026-03-16T18:42:38.756" v="4119" actId="22"/>
          <ac:picMkLst>
            <pc:docMk/>
            <pc:sldMk cId="22385714" sldId="343"/>
            <ac:picMk id="10" creationId="{65575979-EE0A-3195-80C3-0395D637C84C}"/>
          </ac:picMkLst>
        </pc:picChg>
        <pc:picChg chg="add mod">
          <ac:chgData name="Ana Claudia Dionisio" userId="5d8de30b55da937b" providerId="LiveId" clId="{D58B0D4B-F43C-4C9B-848C-7B87BC1A51B3}" dt="2026-03-17T09:43:04.579" v="7781" actId="1076"/>
          <ac:picMkLst>
            <pc:docMk/>
            <pc:sldMk cId="22385714" sldId="343"/>
            <ac:picMk id="13" creationId="{D15B3AF0-4C16-820D-99BF-942A343BFBCF}"/>
          </ac:picMkLst>
        </pc:picChg>
      </pc:sldChg>
      <pc:sldChg chg="addSp delSp modSp add mod ord modClrScheme chgLayout">
        <pc:chgData name="Ana Claudia Dionisio" userId="5d8de30b55da937b" providerId="LiveId" clId="{D58B0D4B-F43C-4C9B-848C-7B87BC1A51B3}" dt="2026-03-18T10:19:09.248" v="7836"/>
        <pc:sldMkLst>
          <pc:docMk/>
          <pc:sldMk cId="1872981665" sldId="344"/>
        </pc:sldMkLst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5" creationId="{B770D6A6-DF6B-FCE7-86EF-B07F79E446B1}"/>
          </ac:spMkLst>
        </pc:spChg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6" creationId="{F19A1072-8CA8-7352-3197-6FE8B066D7B4}"/>
          </ac:spMkLst>
        </pc:spChg>
        <pc:spChg chg="mod or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7" creationId="{977781C8-67D9-FE5E-A5F0-FAD8D7EC5A4A}"/>
          </ac:spMkLst>
        </pc:spChg>
        <pc:spChg chg="mod">
          <ac:chgData name="Ana Claudia Dionisio" userId="5d8de30b55da937b" providerId="LiveId" clId="{D58B0D4B-F43C-4C9B-848C-7B87BC1A51B3}" dt="2026-03-16T20:33:47.282" v="4181" actId="26606"/>
          <ac:spMkLst>
            <pc:docMk/>
            <pc:sldMk cId="1872981665" sldId="344"/>
            <ac:spMk id="12" creationId="{16317D84-75E9-D55D-E8B0-681CA0E0EBAB}"/>
          </ac:spMkLst>
        </pc:spChg>
        <pc:spChg chg="add mod">
          <ac:chgData name="Ana Claudia Dionisio" userId="5d8de30b55da937b" providerId="LiveId" clId="{D58B0D4B-F43C-4C9B-848C-7B87BC1A51B3}" dt="2026-03-16T20:37:56.624" v="4578" actId="12"/>
          <ac:spMkLst>
            <pc:docMk/>
            <pc:sldMk cId="1872981665" sldId="344"/>
            <ac:spMk id="17" creationId="{1289857F-E096-247C-FB86-57A3453DF364}"/>
          </ac:spMkLst>
        </pc:spChg>
        <pc:picChg chg="add mod">
          <ac:chgData name="Ana Claudia Dionisio" userId="5d8de30b55da937b" providerId="LiveId" clId="{D58B0D4B-F43C-4C9B-848C-7B87BC1A51B3}" dt="2026-03-16T20:33:47.282" v="4181" actId="26606"/>
          <ac:picMkLst>
            <pc:docMk/>
            <pc:sldMk cId="1872981665" sldId="344"/>
            <ac:picMk id="3" creationId="{1BB3DCC8-1B0F-BDDE-5ACC-A011B03A25EC}"/>
          </ac:picMkLst>
        </pc:picChg>
        <pc:picChg chg="add mod">
          <ac:chgData name="Ana Claudia Dionisio" userId="5d8de30b55da937b" providerId="LiveId" clId="{D58B0D4B-F43C-4C9B-848C-7B87BC1A51B3}" dt="2026-03-16T20:33:47.282" v="4181" actId="26606"/>
          <ac:picMkLst>
            <pc:docMk/>
            <pc:sldMk cId="1872981665" sldId="344"/>
            <ac:picMk id="8" creationId="{743AEB27-560B-E07D-7038-2C948C3DFA13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7T10:42:32.332" v="7787"/>
        <pc:sldMkLst>
          <pc:docMk/>
          <pc:sldMk cId="866243684" sldId="345"/>
        </pc:sldMkLst>
        <pc:spChg chg="mod">
          <ac:chgData name="Ana Claudia Dionisio" userId="5d8de30b55da937b" providerId="LiveId" clId="{D58B0D4B-F43C-4C9B-848C-7B87BC1A51B3}" dt="2026-03-16T20:39:20.300" v="4600" actId="20577"/>
          <ac:spMkLst>
            <pc:docMk/>
            <pc:sldMk cId="866243684" sldId="345"/>
            <ac:spMk id="12" creationId="{0D9C341F-CB9A-E5D1-427D-60F7352F1DF1}"/>
          </ac:spMkLst>
        </pc:spChg>
        <pc:picChg chg="add mo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0" creationId="{3441708C-F7A1-E1DC-DEF6-756EA0B0C835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3" creationId="{E24AE914-7233-483D-E6C1-48A2EDCAEDF7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5" creationId="{5325F0E3-4A85-8E40-6DAB-93CB782C4149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18" creationId="{B66FAC02-DA7E-1F95-6F78-EF3C3A2C10AE}"/>
          </ac:picMkLst>
        </pc:picChg>
        <pc:picChg chg="add mod or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22" creationId="{55F9F992-5F37-C946-C600-2C3B26DE7265}"/>
          </ac:picMkLst>
        </pc:picChg>
        <pc:picChg chg="add mod">
          <ac:chgData name="Ana Claudia Dionisio" userId="5d8de30b55da937b" providerId="LiveId" clId="{D58B0D4B-F43C-4C9B-848C-7B87BC1A51B3}" dt="2026-03-16T20:52:25.421" v="4719" actId="1037"/>
          <ac:picMkLst>
            <pc:docMk/>
            <pc:sldMk cId="866243684" sldId="345"/>
            <ac:picMk id="26" creationId="{339326CF-32C3-BCF3-1343-3719C9CC0DEE}"/>
          </ac:picMkLst>
        </pc:picChg>
        <pc:picChg chg="add mod ord">
          <ac:chgData name="Ana Claudia Dionisio" userId="5d8de30b55da937b" providerId="LiveId" clId="{D58B0D4B-F43C-4C9B-848C-7B87BC1A51B3}" dt="2026-03-17T10:42:15.443" v="7786" actId="167"/>
          <ac:picMkLst>
            <pc:docMk/>
            <pc:sldMk cId="866243684" sldId="345"/>
            <ac:picMk id="28" creationId="{BD95BA13-CE59-EC26-18C5-F0A50754E847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6T22:34:46.909" v="7382"/>
        <pc:sldMkLst>
          <pc:docMk/>
          <pc:sldMk cId="4096936343" sldId="346"/>
        </pc:sldMkLst>
        <pc:spChg chg="add mod">
          <ac:chgData name="Ana Claudia Dionisio" userId="5d8de30b55da937b" providerId="LiveId" clId="{D58B0D4B-F43C-4C9B-848C-7B87BC1A51B3}" dt="2026-03-16T20:56:44.020" v="4961" actId="12"/>
          <ac:spMkLst>
            <pc:docMk/>
            <pc:sldMk cId="4096936343" sldId="346"/>
            <ac:spMk id="4" creationId="{4E71AEBF-5161-D388-FFE5-39F5D163CE0C}"/>
          </ac:spMkLst>
        </pc:spChg>
        <pc:spChg chg="mod">
          <ac:chgData name="Ana Claudia Dionisio" userId="5d8de30b55da937b" providerId="LiveId" clId="{D58B0D4B-F43C-4C9B-848C-7B87BC1A51B3}" dt="2026-03-16T20:56:51.724" v="4962" actId="1076"/>
          <ac:spMkLst>
            <pc:docMk/>
            <pc:sldMk cId="4096936343" sldId="346"/>
            <ac:spMk id="12" creationId="{F86F33B8-D63A-9EFB-2DC5-056E890C68ED}"/>
          </ac:spMkLst>
        </pc:spChg>
        <pc:picChg chg="add mod">
          <ac:chgData name="Ana Claudia Dionisio" userId="5d8de30b55da937b" providerId="LiveId" clId="{D58B0D4B-F43C-4C9B-848C-7B87BC1A51B3}" dt="2026-03-16T22:34:31.157" v="7379" actId="1076"/>
          <ac:picMkLst>
            <pc:docMk/>
            <pc:sldMk cId="4096936343" sldId="346"/>
            <ac:picMk id="11" creationId="{7EA18DE6-11BB-77A3-19BB-826FE7FD35FC}"/>
          </ac:picMkLst>
        </pc:picChg>
      </pc:sldChg>
      <pc:sldChg chg="addSp delSp modSp add mod ord">
        <pc:chgData name="Ana Claudia Dionisio" userId="5d8de30b55da937b" providerId="LiveId" clId="{D58B0D4B-F43C-4C9B-848C-7B87BC1A51B3}" dt="2026-03-16T21:33:27.447" v="5324" actId="20577"/>
        <pc:sldMkLst>
          <pc:docMk/>
          <pc:sldMk cId="3966744108" sldId="347"/>
        </pc:sldMkLst>
        <pc:spChg chg="add mod">
          <ac:chgData name="Ana Claudia Dionisio" userId="5d8de30b55da937b" providerId="LiveId" clId="{D58B0D4B-F43C-4C9B-848C-7B87BC1A51B3}" dt="2026-03-16T21:30:24.978" v="5298" actId="1076"/>
          <ac:spMkLst>
            <pc:docMk/>
            <pc:sldMk cId="3966744108" sldId="347"/>
            <ac:spMk id="4" creationId="{6712A7B0-FDF6-9AE5-1246-486706178DDD}"/>
          </ac:spMkLst>
        </pc:spChg>
        <pc:spChg chg="mod">
          <ac:chgData name="Ana Claudia Dionisio" userId="5d8de30b55da937b" providerId="LiveId" clId="{D58B0D4B-F43C-4C9B-848C-7B87BC1A51B3}" dt="2026-03-16T21:33:27.447" v="5324" actId="20577"/>
          <ac:spMkLst>
            <pc:docMk/>
            <pc:sldMk cId="3966744108" sldId="347"/>
            <ac:spMk id="9" creationId="{0E6DF99B-2230-3423-6A17-1607E1F7CB19}"/>
          </ac:spMkLst>
        </pc:spChg>
        <pc:picChg chg="mod">
          <ac:chgData name="Ana Claudia Dionisio" userId="5d8de30b55da937b" providerId="LiveId" clId="{D58B0D4B-F43C-4C9B-848C-7B87BC1A51B3}" dt="2026-03-16T21:29:20.228" v="5166" actId="1076"/>
          <ac:picMkLst>
            <pc:docMk/>
            <pc:sldMk cId="3966744108" sldId="347"/>
            <ac:picMk id="16" creationId="{7D6233B0-264B-270A-2621-641A3615C904}"/>
          </ac:picMkLst>
        </pc:picChg>
      </pc:sldChg>
      <pc:sldChg chg="addSp delSp modSp add mod modTransition">
        <pc:chgData name="Ana Claudia Dionisio" userId="5d8de30b55da937b" providerId="LiveId" clId="{D58B0D4B-F43C-4C9B-848C-7B87BC1A51B3}" dt="2026-03-18T21:12:02.878" v="8843" actId="1076"/>
        <pc:sldMkLst>
          <pc:docMk/>
          <pc:sldMk cId="1046011201" sldId="348"/>
        </pc:sldMkLst>
        <pc:spChg chg="add mod">
          <ac:chgData name="Ana Claudia Dionisio" userId="5d8de30b55da937b" providerId="LiveId" clId="{D58B0D4B-F43C-4C9B-848C-7B87BC1A51B3}" dt="2026-03-18T21:12:02.878" v="8843" actId="1076"/>
          <ac:spMkLst>
            <pc:docMk/>
            <pc:sldMk cId="1046011201" sldId="348"/>
            <ac:spMk id="2" creationId="{0346B3EA-B3E9-91A2-DB90-85EA82CC87BA}"/>
          </ac:spMkLst>
        </pc:spChg>
        <pc:spChg chg="mod">
          <ac:chgData name="Ana Claudia Dionisio" userId="5d8de30b55da937b" providerId="LiveId" clId="{D58B0D4B-F43C-4C9B-848C-7B87BC1A51B3}" dt="2026-03-16T21:42:57.248" v="5629" actId="20577"/>
          <ac:spMkLst>
            <pc:docMk/>
            <pc:sldMk cId="1046011201" sldId="348"/>
            <ac:spMk id="12" creationId="{44967AAA-0CD0-BA8C-6EE0-549EAEE7794A}"/>
          </ac:spMkLst>
        </pc:spChg>
        <pc:picChg chg="add mod">
          <ac:chgData name="Ana Claudia Dionisio" userId="5d8de30b55da937b" providerId="LiveId" clId="{D58B0D4B-F43C-4C9B-848C-7B87BC1A51B3}" dt="2026-03-18T21:12:02.878" v="8843" actId="1076"/>
          <ac:picMkLst>
            <pc:docMk/>
            <pc:sldMk cId="1046011201" sldId="348"/>
            <ac:picMk id="3" creationId="{92CF4A92-D8B8-D73C-35ED-C996E5959DBB}"/>
          </ac:picMkLst>
        </pc:picChg>
      </pc:sldChg>
      <pc:sldChg chg="addSp delSp modSp add mod modAnim">
        <pc:chgData name="Ana Claudia Dionisio" userId="5d8de30b55da937b" providerId="LiveId" clId="{D58B0D4B-F43C-4C9B-848C-7B87BC1A51B3}" dt="2026-03-16T22:38:04.099" v="7406"/>
        <pc:sldMkLst>
          <pc:docMk/>
          <pc:sldMk cId="3830736019" sldId="349"/>
        </pc:sldMkLst>
        <pc:spChg chg="mod">
          <ac:chgData name="Ana Claudia Dionisio" userId="5d8de30b55da937b" providerId="LiveId" clId="{D58B0D4B-F43C-4C9B-848C-7B87BC1A51B3}" dt="2026-03-16T21:55:09.126" v="6208" actId="1076"/>
          <ac:spMkLst>
            <pc:docMk/>
            <pc:sldMk cId="3830736019" sldId="349"/>
            <ac:spMk id="8" creationId="{83265567-43C7-4656-0551-A3C37F2C3FB8}"/>
          </ac:spMkLst>
        </pc:spChg>
        <pc:spChg chg="add mod">
          <ac:chgData name="Ana Claudia Dionisio" userId="5d8de30b55da937b" providerId="LiveId" clId="{D58B0D4B-F43C-4C9B-848C-7B87BC1A51B3}" dt="2026-03-16T21:55:16.231" v="6210" actId="1076"/>
          <ac:spMkLst>
            <pc:docMk/>
            <pc:sldMk cId="3830736019" sldId="349"/>
            <ac:spMk id="9" creationId="{8C624720-4656-0F99-04AC-6C8B0B5074CC}"/>
          </ac:spMkLst>
        </pc:spChg>
        <pc:spChg chg="mod">
          <ac:chgData name="Ana Claudia Dionisio" userId="5d8de30b55da937b" providerId="LiveId" clId="{D58B0D4B-F43C-4C9B-848C-7B87BC1A51B3}" dt="2026-03-16T21:51:40.614" v="5970" actId="20577"/>
          <ac:spMkLst>
            <pc:docMk/>
            <pc:sldMk cId="3830736019" sldId="349"/>
            <ac:spMk id="12" creationId="{A64475EE-27CB-9201-FDE2-23407CD2BF10}"/>
          </ac:spMkLst>
        </pc:spChg>
        <pc:picChg chg="add mod">
          <ac:chgData name="Ana Claudia Dionisio" userId="5d8de30b55da937b" providerId="LiveId" clId="{D58B0D4B-F43C-4C9B-848C-7B87BC1A51B3}" dt="2026-03-16T21:52:44.987" v="5973" actId="14100"/>
          <ac:picMkLst>
            <pc:docMk/>
            <pc:sldMk cId="3830736019" sldId="349"/>
            <ac:picMk id="4" creationId="{34C78E20-4AF6-7796-1D6C-B89E2DB4C59B}"/>
          </ac:picMkLst>
        </pc:picChg>
      </pc:sldChg>
      <pc:sldChg chg="addSp delSp modSp add mod modTransition modAnim">
        <pc:chgData name="Ana Claudia Dionisio" userId="5d8de30b55da937b" providerId="LiveId" clId="{D58B0D4B-F43C-4C9B-848C-7B87BC1A51B3}" dt="2026-03-16T23:15:05.663" v="7771"/>
        <pc:sldMkLst>
          <pc:docMk/>
          <pc:sldMk cId="3024233760" sldId="350"/>
        </pc:sldMkLst>
        <pc:spChg chg="mod">
          <ac:chgData name="Ana Claudia Dionisio" userId="5d8de30b55da937b" providerId="LiveId" clId="{D58B0D4B-F43C-4C9B-848C-7B87BC1A51B3}" dt="2026-03-16T21:57:09.134" v="6376" actId="20577"/>
          <ac:spMkLst>
            <pc:docMk/>
            <pc:sldMk cId="3024233760" sldId="350"/>
            <ac:spMk id="8" creationId="{DA3D5589-F5EA-CE7F-0B0B-906665D23B3C}"/>
          </ac:spMkLst>
        </pc:spChg>
        <pc:spChg chg="mod">
          <ac:chgData name="Ana Claudia Dionisio" userId="5d8de30b55da937b" providerId="LiveId" clId="{D58B0D4B-F43C-4C9B-848C-7B87BC1A51B3}" dt="2026-03-16T21:57:51.537" v="6451" actId="20577"/>
          <ac:spMkLst>
            <pc:docMk/>
            <pc:sldMk cId="3024233760" sldId="350"/>
            <ac:spMk id="9" creationId="{0CF6D4A6-0247-ABCA-EBBE-B8056586FF75}"/>
          </ac:spMkLst>
        </pc:spChg>
        <pc:spChg chg="mod">
          <ac:chgData name="Ana Claudia Dionisio" userId="5d8de30b55da937b" providerId="LiveId" clId="{D58B0D4B-F43C-4C9B-848C-7B87BC1A51B3}" dt="2026-03-16T21:55:27.900" v="6230" actId="20577"/>
          <ac:spMkLst>
            <pc:docMk/>
            <pc:sldMk cId="3024233760" sldId="350"/>
            <ac:spMk id="12" creationId="{0153F66B-FC24-082F-F1A3-A7FC28CB25E7}"/>
          </ac:spMkLst>
        </pc:spChg>
        <pc:picChg chg="add mod ord">
          <ac:chgData name="Ana Claudia Dionisio" userId="5d8de30b55da937b" providerId="LiveId" clId="{D58B0D4B-F43C-4C9B-848C-7B87BC1A51B3}" dt="2026-03-16T21:56:04.385" v="6238" actId="167"/>
          <ac:picMkLst>
            <pc:docMk/>
            <pc:sldMk cId="3024233760" sldId="350"/>
            <ac:picMk id="3" creationId="{D98F8FDC-6548-FE2E-7F15-30CA9612485A}"/>
          </ac:picMkLst>
        </pc:picChg>
      </pc:sldChg>
      <pc:sldChg chg="addSp delSp modSp add del mod modClrScheme chgLayout">
        <pc:chgData name="Ana Claudia Dionisio" userId="5d8de30b55da937b" providerId="LiveId" clId="{D58B0D4B-F43C-4C9B-848C-7B87BC1A51B3}" dt="2026-03-18T11:26:08.955" v="8382" actId="47"/>
        <pc:sldMkLst>
          <pc:docMk/>
          <pc:sldMk cId="314660827" sldId="351"/>
        </pc:sldMkLst>
      </pc:sldChg>
      <pc:sldChg chg="addSp delSp modSp add mod">
        <pc:chgData name="Ana Claudia Dionisio" userId="5d8de30b55da937b" providerId="LiveId" clId="{D58B0D4B-F43C-4C9B-848C-7B87BC1A51B3}" dt="2026-03-18T11:56:03.425" v="8418" actId="478"/>
        <pc:sldMkLst>
          <pc:docMk/>
          <pc:sldMk cId="3729109640" sldId="352"/>
        </pc:sldMkLst>
        <pc:spChg chg="add del">
          <ac:chgData name="Ana Claudia Dionisio" userId="5d8de30b55da937b" providerId="LiveId" clId="{D58B0D4B-F43C-4C9B-848C-7B87BC1A51B3}" dt="2026-03-18T11:56:03.425" v="8418" actId="478"/>
          <ac:spMkLst>
            <pc:docMk/>
            <pc:sldMk cId="3729109640" sldId="352"/>
            <ac:spMk id="4" creationId="{9C4E3FF7-E0B9-6DA7-7492-68A96AA339C8}"/>
          </ac:spMkLst>
        </pc:spChg>
        <pc:spChg chg="mod">
          <ac:chgData name="Ana Claudia Dionisio" userId="5d8de30b55da937b" providerId="LiveId" clId="{D58B0D4B-F43C-4C9B-848C-7B87BC1A51B3}" dt="2026-03-16T22:41:14.261" v="7425" actId="12"/>
          <ac:spMkLst>
            <pc:docMk/>
            <pc:sldMk cId="3729109640" sldId="352"/>
            <ac:spMk id="10" creationId="{F3AB7BFE-B507-0CD9-BC19-2EA22C286C38}"/>
          </ac:spMkLst>
        </pc:spChg>
        <pc:spChg chg="mod">
          <ac:chgData name="Ana Claudia Dionisio" userId="5d8de30b55da937b" providerId="LiveId" clId="{D58B0D4B-F43C-4C9B-848C-7B87BC1A51B3}" dt="2026-03-16T22:04:42.698" v="6590" actId="20577"/>
          <ac:spMkLst>
            <pc:docMk/>
            <pc:sldMk cId="3729109640" sldId="352"/>
            <ac:spMk id="12" creationId="{7A2A245F-8425-00FF-4BF6-1CBEF69F0B09}"/>
          </ac:spMkLst>
        </pc:spChg>
        <pc:picChg chg="add mod">
          <ac:chgData name="Ana Claudia Dionisio" userId="5d8de30b55da937b" providerId="LiveId" clId="{D58B0D4B-F43C-4C9B-848C-7B87BC1A51B3}" dt="2026-03-16T22:05:34.577" v="6594" actId="1076"/>
          <ac:picMkLst>
            <pc:docMk/>
            <pc:sldMk cId="3729109640" sldId="352"/>
            <ac:picMk id="3" creationId="{432D79AC-0D08-2F9A-962D-A641CF611BE1}"/>
          </ac:picMkLst>
        </pc:picChg>
      </pc:sldChg>
      <pc:sldChg chg="addSp delSp modSp add mod modClrScheme chgLayout">
        <pc:chgData name="Ana Claudia Dionisio" userId="5d8de30b55da937b" providerId="LiveId" clId="{D58B0D4B-F43C-4C9B-848C-7B87BC1A51B3}" dt="2026-03-18T13:21:09.605" v="8429" actId="1076"/>
        <pc:sldMkLst>
          <pc:docMk/>
          <pc:sldMk cId="2505941166" sldId="353"/>
        </pc:sldMkLst>
        <pc:spChg chg="add del mod">
          <ac:chgData name="Ana Claudia Dionisio" userId="5d8de30b55da937b" providerId="LiveId" clId="{D58B0D4B-F43C-4C9B-848C-7B87BC1A51B3}" dt="2026-03-18T11:56:28.394" v="8428" actId="478"/>
          <ac:spMkLst>
            <pc:docMk/>
            <pc:sldMk cId="2505941166" sldId="353"/>
            <ac:spMk id="3" creationId="{AC3E1E20-AEAD-CD85-4BFB-7307BBDE6501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5" creationId="{797EDC8E-79CE-8D5B-F3C8-3953E38E877B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6" creationId="{311FC3DE-199F-35CD-47A2-394E4B18B562}"/>
          </ac:spMkLst>
        </pc:spChg>
        <pc:spChg chg="mod ord">
          <ac:chgData name="Ana Claudia Dionisio" userId="5d8de30b55da937b" providerId="LiveId" clId="{D58B0D4B-F43C-4C9B-848C-7B87BC1A51B3}" dt="2026-03-16T22:40:40.791" v="7420" actId="26606"/>
          <ac:spMkLst>
            <pc:docMk/>
            <pc:sldMk cId="2505941166" sldId="353"/>
            <ac:spMk id="7" creationId="{49DEDC5B-B22C-DB0F-2F87-A9285CBBF968}"/>
          </ac:spMkLst>
        </pc:spChg>
        <pc:spChg chg="mod ord">
          <ac:chgData name="Ana Claudia Dionisio" userId="5d8de30b55da937b" providerId="LiveId" clId="{D58B0D4B-F43C-4C9B-848C-7B87BC1A51B3}" dt="2026-03-18T13:21:09.605" v="8429" actId="1076"/>
          <ac:spMkLst>
            <pc:docMk/>
            <pc:sldMk cId="2505941166" sldId="353"/>
            <ac:spMk id="10" creationId="{F1360DA9-DAA5-07C6-5B2D-9FF99061A068}"/>
          </ac:spMkLst>
        </pc:spChg>
        <pc:spChg chg="mod ord">
          <ac:chgData name="Ana Claudia Dionisio" userId="5d8de30b55da937b" providerId="LiveId" clId="{D58B0D4B-F43C-4C9B-848C-7B87BC1A51B3}" dt="2026-03-16T22:40:48.625" v="7422" actId="1076"/>
          <ac:spMkLst>
            <pc:docMk/>
            <pc:sldMk cId="2505941166" sldId="353"/>
            <ac:spMk id="12" creationId="{8800141A-AC55-C96A-0EA5-D7A23067660E}"/>
          </ac:spMkLst>
        </pc:spChg>
        <pc:picChg chg="add mod ord">
          <ac:chgData name="Ana Claudia Dionisio" userId="5d8de30b55da937b" providerId="LiveId" clId="{D58B0D4B-F43C-4C9B-848C-7B87BC1A51B3}" dt="2026-03-16T22:40:40.791" v="7420" actId="26606"/>
          <ac:picMkLst>
            <pc:docMk/>
            <pc:sldMk cId="2505941166" sldId="353"/>
            <ac:picMk id="9" creationId="{036313D8-771C-D1FF-AD83-A1E4D0426370}"/>
          </ac:picMkLst>
        </pc:picChg>
      </pc:sldChg>
      <pc:sldChg chg="addSp delSp modSp add mod">
        <pc:chgData name="Ana Claudia Dionisio" userId="5d8de30b55da937b" providerId="LiveId" clId="{D58B0D4B-F43C-4C9B-848C-7B87BC1A51B3}" dt="2026-03-16T22:23:45.884" v="7361" actId="1076"/>
        <pc:sldMkLst>
          <pc:docMk/>
          <pc:sldMk cId="4121638636" sldId="354"/>
        </pc:sldMkLst>
        <pc:picChg chg="add mod">
          <ac:chgData name="Ana Claudia Dionisio" userId="5d8de30b55da937b" providerId="LiveId" clId="{D58B0D4B-F43C-4C9B-848C-7B87BC1A51B3}" dt="2026-03-16T22:23:45.884" v="7361" actId="1076"/>
          <ac:picMkLst>
            <pc:docMk/>
            <pc:sldMk cId="4121638636" sldId="354"/>
            <ac:picMk id="9" creationId="{86FC88D4-5E0F-786A-196E-A50A509E0D18}"/>
          </ac:picMkLst>
        </pc:picChg>
      </pc:sldChg>
      <pc:sldChg chg="addSp delSp modSp add mod modTransition delAnim modAnim">
        <pc:chgData name="Ana Claudia Dionisio" userId="5d8de30b55da937b" providerId="LiveId" clId="{D58B0D4B-F43C-4C9B-848C-7B87BC1A51B3}" dt="2026-03-18T21:06:12.844" v="8841" actId="6549"/>
        <pc:sldMkLst>
          <pc:docMk/>
          <pc:sldMk cId="1860821814" sldId="355"/>
        </pc:sldMkLst>
        <pc:spChg chg="mod">
          <ac:chgData name="Ana Claudia Dionisio" userId="5d8de30b55da937b" providerId="LiveId" clId="{D58B0D4B-F43C-4C9B-848C-7B87BC1A51B3}" dt="2026-03-16T23:08:02.135" v="7517"/>
          <ac:spMkLst>
            <pc:docMk/>
            <pc:sldMk cId="1860821814" sldId="355"/>
            <ac:spMk id="9" creationId="{C2807C55-F881-A815-2584-02601018E86F}"/>
          </ac:spMkLst>
        </pc:spChg>
        <pc:spChg chg="add mod">
          <ac:chgData name="Ana Claudia Dionisio" userId="5d8de30b55da937b" providerId="LiveId" clId="{D58B0D4B-F43C-4C9B-848C-7B87BC1A51B3}" dt="2026-03-18T21:06:12.844" v="8841" actId="6549"/>
          <ac:spMkLst>
            <pc:docMk/>
            <pc:sldMk cId="1860821814" sldId="355"/>
            <ac:spMk id="11" creationId="{A625B68A-E19D-396E-94BC-89FFE26D0694}"/>
          </ac:spMkLst>
        </pc:spChg>
        <pc:picChg chg="add mod">
          <ac:chgData name="Ana Claudia Dionisio" userId="5d8de30b55da937b" providerId="LiveId" clId="{D58B0D4B-F43C-4C9B-848C-7B87BC1A51B3}" dt="2026-03-16T23:12:23.454" v="7759" actId="1076"/>
          <ac:picMkLst>
            <pc:docMk/>
            <pc:sldMk cId="1860821814" sldId="355"/>
            <ac:picMk id="3" creationId="{202E3FFE-0AE1-A362-62B3-54C6777F9517}"/>
          </ac:picMkLst>
        </pc:picChg>
        <pc:picChg chg="add mod">
          <ac:chgData name="Ana Claudia Dionisio" userId="5d8de30b55da937b" providerId="LiveId" clId="{D58B0D4B-F43C-4C9B-848C-7B87BC1A51B3}" dt="2026-03-18T21:05:13.130" v="8840" actId="1076"/>
          <ac:picMkLst>
            <pc:docMk/>
            <pc:sldMk cId="1860821814" sldId="355"/>
            <ac:picMk id="15" creationId="{CE1D9024-D96E-936F-49EB-F234D9BFF04D}"/>
          </ac:picMkLst>
        </pc:picChg>
      </pc:sldChg>
      <pc:sldChg chg="delSp add del mod">
        <pc:chgData name="Ana Claudia Dionisio" userId="5d8de30b55da937b" providerId="LiveId" clId="{D58B0D4B-F43C-4C9B-848C-7B87BC1A51B3}" dt="2026-03-18T11:20:13.582" v="8289" actId="47"/>
        <pc:sldMkLst>
          <pc:docMk/>
          <pc:sldMk cId="153541014" sldId="356"/>
        </pc:sldMkLst>
        <pc:picChg chg="del">
          <ac:chgData name="Ana Claudia Dionisio" userId="5d8de30b55da937b" providerId="LiveId" clId="{D58B0D4B-F43C-4C9B-848C-7B87BC1A51B3}" dt="2026-03-18T11:13:38.018" v="8232" actId="478"/>
          <ac:picMkLst>
            <pc:docMk/>
            <pc:sldMk cId="153541014" sldId="356"/>
            <ac:picMk id="3" creationId="{A7A0E624-E3C9-8223-F6CF-E4A3B3BFABF9}"/>
          </ac:picMkLst>
        </pc:picChg>
      </pc:sldChg>
      <pc:sldChg chg="addSp delSp modSp add mod">
        <pc:chgData name="Ana Claudia Dionisio" userId="5d8de30b55da937b" providerId="LiveId" clId="{D58B0D4B-F43C-4C9B-848C-7B87BC1A51B3}" dt="2026-03-18T11:21:36.806" v="8321" actId="22"/>
        <pc:sldMkLst>
          <pc:docMk/>
          <pc:sldMk cId="2334189239" sldId="356"/>
        </pc:sldMkLst>
        <pc:spChg chg="add del">
          <ac:chgData name="Ana Claudia Dionisio" userId="5d8de30b55da937b" providerId="LiveId" clId="{D58B0D4B-F43C-4C9B-848C-7B87BC1A51B3}" dt="2026-03-18T11:21:36.806" v="8321" actId="22"/>
          <ac:spMkLst>
            <pc:docMk/>
            <pc:sldMk cId="2334189239" sldId="356"/>
            <ac:spMk id="8" creationId="{08579914-9062-AB24-1B0B-169958D8377D}"/>
          </ac:spMkLst>
        </pc:spChg>
        <pc:spChg chg="mod">
          <ac:chgData name="Ana Claudia Dionisio" userId="5d8de30b55da937b" providerId="LiveId" clId="{D58B0D4B-F43C-4C9B-848C-7B87BC1A51B3}" dt="2026-03-18T11:21:21.542" v="8319"/>
          <ac:spMkLst>
            <pc:docMk/>
            <pc:sldMk cId="2334189239" sldId="356"/>
            <ac:spMk id="14" creationId="{48B8182D-B1F4-89CB-B39F-BCDE192C7F76}"/>
          </ac:spMkLst>
        </pc:spChg>
        <pc:spChg chg="mod">
          <ac:chgData name="Ana Claudia Dionisio" userId="5d8de30b55da937b" providerId="LiveId" clId="{D58B0D4B-F43C-4C9B-848C-7B87BC1A51B3}" dt="2026-03-18T11:20:37.001" v="8314" actId="20577"/>
          <ac:spMkLst>
            <pc:docMk/>
            <pc:sldMk cId="2334189239" sldId="356"/>
            <ac:spMk id="18" creationId="{D85DEF5B-FD2F-87C5-4FF5-EA19FB4922FA}"/>
          </ac:spMkLst>
        </pc:spChg>
        <pc:picChg chg="add mod">
          <ac:chgData name="Ana Claudia Dionisio" userId="5d8de30b55da937b" providerId="LiveId" clId="{D58B0D4B-F43C-4C9B-848C-7B87BC1A51B3}" dt="2026-03-18T11:21:06.485" v="8318" actId="1076"/>
          <ac:picMkLst>
            <pc:docMk/>
            <pc:sldMk cId="2334189239" sldId="356"/>
            <ac:picMk id="3" creationId="{E87C9A0E-F132-A523-E293-8F2B3C24EB5E}"/>
          </ac:picMkLst>
        </pc:picChg>
        <pc:picChg chg="del">
          <ac:chgData name="Ana Claudia Dionisio" userId="5d8de30b55da937b" providerId="LiveId" clId="{D58B0D4B-F43C-4C9B-848C-7B87BC1A51B3}" dt="2026-03-18T11:21:01.249" v="8315" actId="478"/>
          <ac:picMkLst>
            <pc:docMk/>
            <pc:sldMk cId="2334189239" sldId="356"/>
            <ac:picMk id="9" creationId="{0F422A5D-EEB1-A500-F350-B05770DA93FD}"/>
          </ac:picMkLst>
        </pc:picChg>
      </pc:sldChg>
      <pc:sldChg chg="addSp delSp modSp add mod">
        <pc:chgData name="Ana Claudia Dionisio" userId="5d8de30b55da937b" providerId="LiveId" clId="{D58B0D4B-F43C-4C9B-848C-7B87BC1A51B3}" dt="2026-03-18T11:37:36.596" v="8408" actId="1076"/>
        <pc:sldMkLst>
          <pc:docMk/>
          <pc:sldMk cId="1470668969" sldId="357"/>
        </pc:sldMkLst>
        <pc:spChg chg="mod">
          <ac:chgData name="Ana Claudia Dionisio" userId="5d8de30b55da937b" providerId="LiveId" clId="{D58B0D4B-F43C-4C9B-848C-7B87BC1A51B3}" dt="2026-03-18T11:37:36.596" v="8408" actId="1076"/>
          <ac:spMkLst>
            <pc:docMk/>
            <pc:sldMk cId="1470668969" sldId="357"/>
            <ac:spMk id="14" creationId="{69A19E0B-4065-23A8-FA75-0837FA3898B1}"/>
          </ac:spMkLst>
        </pc:spChg>
        <pc:spChg chg="mod">
          <ac:chgData name="Ana Claudia Dionisio" userId="5d8de30b55da937b" providerId="LiveId" clId="{D58B0D4B-F43C-4C9B-848C-7B87BC1A51B3}" dt="2026-03-18T11:21:53.281" v="8356" actId="20577"/>
          <ac:spMkLst>
            <pc:docMk/>
            <pc:sldMk cId="1470668969" sldId="357"/>
            <ac:spMk id="18" creationId="{94CBF78F-1B59-6543-38FB-48EEBDD4395B}"/>
          </ac:spMkLst>
        </pc:spChg>
        <pc:picChg chg="add del mod">
          <ac:chgData name="Ana Claudia Dionisio" userId="5d8de30b55da937b" providerId="LiveId" clId="{D58B0D4B-F43C-4C9B-848C-7B87BC1A51B3}" dt="2026-03-18T11:37:21.495" v="8401" actId="478"/>
          <ac:picMkLst>
            <pc:docMk/>
            <pc:sldMk cId="1470668969" sldId="357"/>
            <ac:picMk id="3" creationId="{8216A034-9777-5E9F-6FCC-0C1341C914CF}"/>
          </ac:picMkLst>
        </pc:picChg>
        <pc:picChg chg="del">
          <ac:chgData name="Ana Claudia Dionisio" userId="5d8de30b55da937b" providerId="LiveId" clId="{D58B0D4B-F43C-4C9B-848C-7B87BC1A51B3}" dt="2026-03-18T11:21:41.098" v="8323" actId="478"/>
          <ac:picMkLst>
            <pc:docMk/>
            <pc:sldMk cId="1470668969" sldId="357"/>
            <ac:picMk id="3" creationId="{8D5AA3F0-A4EF-10FD-E0C5-9EC39557DB83}"/>
          </ac:picMkLst>
        </pc:picChg>
        <pc:picChg chg="add del mod">
          <ac:chgData name="Ana Claudia Dionisio" userId="5d8de30b55da937b" providerId="LiveId" clId="{D58B0D4B-F43C-4C9B-848C-7B87BC1A51B3}" dt="2026-03-18T11:35:57.960" v="8384" actId="478"/>
          <ac:picMkLst>
            <pc:docMk/>
            <pc:sldMk cId="1470668969" sldId="357"/>
            <ac:picMk id="7" creationId="{E750779C-1E62-BF8F-AD71-E193B9D0FE3A}"/>
          </ac:picMkLst>
        </pc:picChg>
        <pc:picChg chg="add mod">
          <ac:chgData name="Ana Claudia Dionisio" userId="5d8de30b55da937b" providerId="LiveId" clId="{D58B0D4B-F43C-4C9B-848C-7B87BC1A51B3}" dt="2026-03-18T11:37:33.433" v="8407" actId="1076"/>
          <ac:picMkLst>
            <pc:docMk/>
            <pc:sldMk cId="1470668969" sldId="357"/>
            <ac:picMk id="9" creationId="{D4C945E8-A4BC-3BD5-0879-7C5B537EC01C}"/>
          </ac:picMkLst>
        </pc:picChg>
      </pc:sldChg>
      <pc:sldChg chg="addSp delSp modSp add mod">
        <pc:chgData name="Ana Claudia Dionisio" userId="5d8de30b55da937b" providerId="LiveId" clId="{D58B0D4B-F43C-4C9B-848C-7B87BC1A51B3}" dt="2026-03-18T11:38:19.524" v="8416" actId="1076"/>
        <pc:sldMkLst>
          <pc:docMk/>
          <pc:sldMk cId="2148372918" sldId="358"/>
        </pc:sldMkLst>
        <pc:spChg chg="mod">
          <ac:chgData name="Ana Claudia Dionisio" userId="5d8de30b55da937b" providerId="LiveId" clId="{D58B0D4B-F43C-4C9B-848C-7B87BC1A51B3}" dt="2026-03-18T11:38:19.524" v="8416" actId="1076"/>
          <ac:spMkLst>
            <pc:docMk/>
            <pc:sldMk cId="2148372918" sldId="358"/>
            <ac:spMk id="14" creationId="{F8EBB352-D524-E3F6-43F4-C9F6F7D8FD25}"/>
          </ac:spMkLst>
        </pc:spChg>
        <pc:spChg chg="mod">
          <ac:chgData name="Ana Claudia Dionisio" userId="5d8de30b55da937b" providerId="LiveId" clId="{D58B0D4B-F43C-4C9B-848C-7B87BC1A51B3}" dt="2026-03-18T11:23:01.957" v="8376" actId="20577"/>
          <ac:spMkLst>
            <pc:docMk/>
            <pc:sldMk cId="2148372918" sldId="358"/>
            <ac:spMk id="18" creationId="{C941D0CA-BAF6-BDF6-9EE8-750EF4FFC88A}"/>
          </ac:spMkLst>
        </pc:spChg>
        <pc:picChg chg="add del mod">
          <ac:chgData name="Ana Claudia Dionisio" userId="5d8de30b55da937b" providerId="LiveId" clId="{D58B0D4B-F43C-4C9B-848C-7B87BC1A51B3}" dt="2026-03-18T11:38:06.392" v="8409" actId="478"/>
          <ac:picMkLst>
            <pc:docMk/>
            <pc:sldMk cId="2148372918" sldId="358"/>
            <ac:picMk id="3" creationId="{3BEAA2FE-F795-9954-BEE1-19EE61755EA2}"/>
          </ac:picMkLst>
        </pc:picChg>
        <pc:picChg chg="del">
          <ac:chgData name="Ana Claudia Dionisio" userId="5d8de30b55da937b" providerId="LiveId" clId="{D58B0D4B-F43C-4C9B-848C-7B87BC1A51B3}" dt="2026-03-18T11:23:03.594" v="8377" actId="478"/>
          <ac:picMkLst>
            <pc:docMk/>
            <pc:sldMk cId="2148372918" sldId="358"/>
            <ac:picMk id="7" creationId="{4C32D535-D9A9-2471-A2D2-C6E7CB6B9799}"/>
          </ac:picMkLst>
        </pc:picChg>
        <pc:picChg chg="add mod">
          <ac:chgData name="Ana Claudia Dionisio" userId="5d8de30b55da937b" providerId="LiveId" clId="{D58B0D4B-F43C-4C9B-848C-7B87BC1A51B3}" dt="2026-03-18T11:38:14.920" v="8415" actId="14100"/>
          <ac:picMkLst>
            <pc:docMk/>
            <pc:sldMk cId="2148372918" sldId="358"/>
            <ac:picMk id="7" creationId="{F1566E7C-29D2-C418-A7C7-44B95C1F770A}"/>
          </ac:picMkLst>
        </pc:picChg>
      </pc:sldChg>
      <pc:sldChg chg="modSp add mod ord">
        <pc:chgData name="Ana Claudia Dionisio" userId="5d8de30b55da937b" providerId="LiveId" clId="{D58B0D4B-F43C-4C9B-848C-7B87BC1A51B3}" dt="2026-03-18T13:24:01.946" v="8475" actId="14100"/>
        <pc:sldMkLst>
          <pc:docMk/>
          <pc:sldMk cId="1994243381" sldId="359"/>
        </pc:sldMkLst>
        <pc:spChg chg="mod">
          <ac:chgData name="Ana Claudia Dionisio" userId="5d8de30b55da937b" providerId="LiveId" clId="{D58B0D4B-F43C-4C9B-848C-7B87BC1A51B3}" dt="2026-03-18T13:24:01.946" v="8475" actId="14100"/>
          <ac:spMkLst>
            <pc:docMk/>
            <pc:sldMk cId="1994243381" sldId="359"/>
            <ac:spMk id="10" creationId="{80CF340F-8F7D-C22A-E832-5D847D97375D}"/>
          </ac:spMkLst>
        </pc:spChg>
        <pc:spChg chg="mod">
          <ac:chgData name="Ana Claudia Dionisio" userId="5d8de30b55da937b" providerId="LiveId" clId="{D58B0D4B-F43C-4C9B-848C-7B87BC1A51B3}" dt="2026-03-18T13:23:23.818" v="8466" actId="20577"/>
          <ac:spMkLst>
            <pc:docMk/>
            <pc:sldMk cId="1994243381" sldId="359"/>
            <ac:spMk id="12" creationId="{CC95DC54-3C9E-5B1C-26D7-E7BB56206BDF}"/>
          </ac:spMkLst>
        </pc:spChg>
      </pc:sldChg>
      <pc:sldChg chg="addSp modSp add mod">
        <pc:chgData name="Ana Claudia Dionisio" userId="5d8de30b55da937b" providerId="LiveId" clId="{D58B0D4B-F43C-4C9B-848C-7B87BC1A51B3}" dt="2026-03-18T13:43:57.315" v="8740" actId="33524"/>
        <pc:sldMkLst>
          <pc:docMk/>
          <pc:sldMk cId="52834856" sldId="360"/>
        </pc:sldMkLst>
        <pc:spChg chg="add">
          <ac:chgData name="Ana Claudia Dionisio" userId="5d8de30b55da937b" providerId="LiveId" clId="{D58B0D4B-F43C-4C9B-848C-7B87BC1A51B3}" dt="2026-03-18T13:42:05.203" v="8477"/>
          <ac:spMkLst>
            <pc:docMk/>
            <pc:sldMk cId="52834856" sldId="360"/>
            <ac:spMk id="2" creationId="{349DEB97-A457-3C75-0456-02B407CB6C56}"/>
          </ac:spMkLst>
        </pc:spChg>
        <pc:spChg chg="mod">
          <ac:chgData name="Ana Claudia Dionisio" userId="5d8de30b55da937b" providerId="LiveId" clId="{D58B0D4B-F43C-4C9B-848C-7B87BC1A51B3}" dt="2026-03-18T13:43:57.315" v="8740" actId="33524"/>
          <ac:spMkLst>
            <pc:docMk/>
            <pc:sldMk cId="52834856" sldId="360"/>
            <ac:spMk id="10" creationId="{2A38938C-6E15-77B2-9FC5-D9EAC0050A58}"/>
          </ac:spMkLst>
        </pc:spChg>
        <pc:spChg chg="mod">
          <ac:chgData name="Ana Claudia Dionisio" userId="5d8de30b55da937b" providerId="LiveId" clId="{D58B0D4B-F43C-4C9B-848C-7B87BC1A51B3}" dt="2026-03-18T13:42:13.234" v="8492" actId="20577"/>
          <ac:spMkLst>
            <pc:docMk/>
            <pc:sldMk cId="52834856" sldId="360"/>
            <ac:spMk id="12" creationId="{B9F3F711-92E1-710E-8C95-2C403200C7D0}"/>
          </ac:spMkLst>
        </pc:spChg>
      </pc:sldChg>
      <pc:sldChg chg="add del">
        <pc:chgData name="Ana Claudia Dionisio" userId="5d8de30b55da937b" providerId="LiveId" clId="{D58B0D4B-F43C-4C9B-848C-7B87BC1A51B3}" dt="2026-03-18T14:26:35.166" v="8744" actId="47"/>
        <pc:sldMkLst>
          <pc:docMk/>
          <pc:sldMk cId="2476559452" sldId="361"/>
        </pc:sldMkLst>
      </pc:sldChg>
      <pc:sldChg chg="addSp delSp modSp add mod">
        <pc:chgData name="Ana Claudia Dionisio" userId="5d8de30b55da937b" providerId="LiveId" clId="{D58B0D4B-F43C-4C9B-848C-7B87BC1A51B3}" dt="2026-03-18T15:00:05.710" v="8838" actId="14100"/>
        <pc:sldMkLst>
          <pc:docMk/>
          <pc:sldMk cId="3732169892" sldId="361"/>
        </pc:sldMkLst>
        <pc:spChg chg="del">
          <ac:chgData name="Ana Claudia Dionisio" userId="5d8de30b55da937b" providerId="LiveId" clId="{D58B0D4B-F43C-4C9B-848C-7B87BC1A51B3}" dt="2026-03-18T14:26:45.859" v="8747" actId="478"/>
          <ac:spMkLst>
            <pc:docMk/>
            <pc:sldMk cId="3732169892" sldId="361"/>
            <ac:spMk id="2" creationId="{BB775CEF-F706-8A32-88DC-35F946E614C1}"/>
          </ac:spMkLst>
        </pc:spChg>
        <pc:spChg chg="add mod">
          <ac:chgData name="Ana Claudia Dionisio" userId="5d8de30b55da937b" providerId="LiveId" clId="{D58B0D4B-F43C-4C9B-848C-7B87BC1A51B3}" dt="2026-03-18T15:00:05.710" v="8838" actId="14100"/>
          <ac:spMkLst>
            <pc:docMk/>
            <pc:sldMk cId="3732169892" sldId="361"/>
            <ac:spMk id="4" creationId="{8905D11D-314C-411B-9166-05F7294B5135}"/>
          </ac:spMkLst>
        </pc:spChg>
        <pc:spChg chg="del">
          <ac:chgData name="Ana Claudia Dionisio" userId="5d8de30b55da937b" providerId="LiveId" clId="{D58B0D4B-F43C-4C9B-848C-7B87BC1A51B3}" dt="2026-03-18T14:29:20.085" v="8797" actId="478"/>
          <ac:spMkLst>
            <pc:docMk/>
            <pc:sldMk cId="3732169892" sldId="361"/>
            <ac:spMk id="8" creationId="{223A4DF3-4777-0AC8-244C-CFCC2C2209D0}"/>
          </ac:spMkLst>
        </pc:spChg>
        <pc:spChg chg="add mod">
          <ac:chgData name="Ana Claudia Dionisio" userId="5d8de30b55da937b" providerId="LiveId" clId="{D58B0D4B-F43C-4C9B-848C-7B87BC1A51B3}" dt="2026-03-18T14:59:55.980" v="8836" actId="1076"/>
          <ac:spMkLst>
            <pc:docMk/>
            <pc:sldMk cId="3732169892" sldId="361"/>
            <ac:spMk id="9" creationId="{50217438-0475-AFC9-EB70-6AA551C734EE}"/>
          </ac:spMkLst>
        </pc:spChg>
        <pc:spChg chg="mod">
          <ac:chgData name="Ana Claudia Dionisio" userId="5d8de30b55da937b" providerId="LiveId" clId="{D58B0D4B-F43C-4C9B-848C-7B87BC1A51B3}" dt="2026-03-18T14:59:34.025" v="8832" actId="1076"/>
          <ac:spMkLst>
            <pc:docMk/>
            <pc:sldMk cId="3732169892" sldId="361"/>
            <ac:spMk id="12" creationId="{CD2BB76B-C6EE-C690-1F59-E3C0E6E1CC76}"/>
          </ac:spMkLst>
        </pc:spChg>
        <pc:picChg chg="del">
          <ac:chgData name="Ana Claudia Dionisio" userId="5d8de30b55da937b" providerId="LiveId" clId="{D58B0D4B-F43C-4C9B-848C-7B87BC1A51B3}" dt="2026-03-18T14:26:42.069" v="8746" actId="478"/>
          <ac:picMkLst>
            <pc:docMk/>
            <pc:sldMk cId="3732169892" sldId="361"/>
            <ac:picMk id="3" creationId="{2036A1E5-5CEF-6CAE-1603-DFD18DBE9417}"/>
          </ac:picMkLst>
        </pc:picChg>
        <pc:picChg chg="add mod">
          <ac:chgData name="Ana Claudia Dionisio" userId="5d8de30b55da937b" providerId="LiveId" clId="{D58B0D4B-F43C-4C9B-848C-7B87BC1A51B3}" dt="2026-03-18T14:58:43.231" v="8824" actId="14100"/>
          <ac:picMkLst>
            <pc:docMk/>
            <pc:sldMk cId="3732169892" sldId="361"/>
            <ac:picMk id="11" creationId="{A8AC94AD-0084-4B8A-27FB-D9DC701E54BA}"/>
          </ac:picMkLst>
        </pc:picChg>
        <pc:picChg chg="add mod">
          <ac:chgData name="Ana Claudia Dionisio" userId="5d8de30b55da937b" providerId="LiveId" clId="{D58B0D4B-F43C-4C9B-848C-7B87BC1A51B3}" dt="2026-03-18T14:59:29.302" v="8831" actId="1076"/>
          <ac:picMkLst>
            <pc:docMk/>
            <pc:sldMk cId="3732169892" sldId="361"/>
            <ac:picMk id="14" creationId="{1FDA76A1-9C4F-847E-1BE1-08561AF71FA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4CA90D-FAE5-4CC1-874C-F8C9E6C3EF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087B5-F672-40FE-9915-815CBA9EB2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4D154-31B5-4FD1-A1B9-02307A3C9B10}" type="datetime1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2D30A-24C7-499B-BF2A-8E5130AC9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0FE9B-9EEE-4F4D-B5DD-0D553217C5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5E75-2179-4AE0-B0C7-D97955CF45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77867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FCCE8E-1C60-4BF7-9129-5412DCAA8F20}" type="datetime1">
              <a:rPr lang="en-GB" smtClean="0"/>
              <a:t>18/03/2026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61EF503-E31C-4FCE-86D9-0C61A5CBE2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12801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09D495E1-A7DA-4A65-9C69-E86F46E3335E}" type="datetime1">
              <a:rPr lang="en-GB" smtClean="0"/>
              <a:t>18/03/2026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61EF503-E31C-4FCE-86D9-0C61A5CBE283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76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EB13613-B0EE-441F-BE95-C20ED5BBA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3556" y="-3643"/>
            <a:ext cx="4613230" cy="6861641"/>
          </a:xfrm>
          <a:custGeom>
            <a:avLst/>
            <a:gdLst>
              <a:gd name="connsiteX0" fmla="*/ 4613230 w 4613230"/>
              <a:gd name="connsiteY0" fmla="*/ 6861641 h 6861641"/>
              <a:gd name="connsiteX1" fmla="*/ 0 w 4613230"/>
              <a:gd name="connsiteY1" fmla="*/ 6861641 h 6861641"/>
              <a:gd name="connsiteX2" fmla="*/ 1788950 w 4613230"/>
              <a:gd name="connsiteY2" fmla="*/ 0 h 6861641"/>
              <a:gd name="connsiteX3" fmla="*/ 4613230 w 4613230"/>
              <a:gd name="connsiteY3" fmla="*/ 0 h 6861641"/>
              <a:gd name="connsiteX4" fmla="*/ 4613230 w 4613230"/>
              <a:gd name="connsiteY4" fmla="*/ 6861641 h 686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3230" h="6861641">
                <a:moveTo>
                  <a:pt x="4613230" y="6861641"/>
                </a:moveTo>
                <a:lnTo>
                  <a:pt x="0" y="6861641"/>
                </a:lnTo>
                <a:lnTo>
                  <a:pt x="1788950" y="0"/>
                </a:lnTo>
                <a:lnTo>
                  <a:pt x="4613230" y="0"/>
                </a:lnTo>
                <a:lnTo>
                  <a:pt x="4613230" y="686164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indent="0" algn="ctr" rtl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399D2ED-C606-4FE3-B01C-3A0A39699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3556" y="-14280"/>
            <a:ext cx="4615080" cy="10637"/>
          </a:xfrm>
          <a:custGeom>
            <a:avLst/>
            <a:gdLst>
              <a:gd name="connsiteX0" fmla="*/ 4615080 w 4615080"/>
              <a:gd name="connsiteY0" fmla="*/ 10637 h 10637"/>
              <a:gd name="connsiteX1" fmla="*/ 0 w 4615080"/>
              <a:gd name="connsiteY1" fmla="*/ 7095 h 10637"/>
              <a:gd name="connsiteX2" fmla="*/ 1850 w 4615080"/>
              <a:gd name="connsiteY2" fmla="*/ 0 h 10637"/>
              <a:gd name="connsiteX3" fmla="*/ 4615080 w 4615080"/>
              <a:gd name="connsiteY3" fmla="*/ 0 h 10637"/>
              <a:gd name="connsiteX4" fmla="*/ 4615080 w 4615080"/>
              <a:gd name="connsiteY4" fmla="*/ 10637 h 10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5080" h="10637">
                <a:moveTo>
                  <a:pt x="4615080" y="10637"/>
                </a:moveTo>
                <a:lnTo>
                  <a:pt x="0" y="7095"/>
                </a:lnTo>
                <a:lnTo>
                  <a:pt x="1850" y="0"/>
                </a:lnTo>
                <a:lnTo>
                  <a:pt x="4615080" y="0"/>
                </a:lnTo>
                <a:lnTo>
                  <a:pt x="4615080" y="1063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05C98F-3390-4876-ACE6-6BDD7A93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-33558" y="0"/>
            <a:ext cx="6705601" cy="8096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6F8EC6-7B48-45CF-933E-F83D29E1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514060" y="1"/>
            <a:ext cx="510363" cy="685799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7FFCAA-1618-46D9-B44D-5CE6E225D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2477" y="365123"/>
            <a:ext cx="589522" cy="649287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F2CA3C-3424-4A00-9FDF-0DC9EFAC2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340702" y="-10737"/>
            <a:ext cx="2851297" cy="16800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FA2E1A-8693-4B6C-ABF7-81B17586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33557" y="6045958"/>
            <a:ext cx="6876857" cy="8120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C564A0C9-27BD-49AC-A786-23623E329E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3279" y="0"/>
            <a:ext cx="9568721" cy="6858000"/>
          </a:xfrm>
          <a:custGeom>
            <a:avLst/>
            <a:gdLst>
              <a:gd name="connsiteX0" fmla="*/ 1955447 w 9568721"/>
              <a:gd name="connsiteY0" fmla="*/ 0 h 6858000"/>
              <a:gd name="connsiteX1" fmla="*/ 9568721 w 9568721"/>
              <a:gd name="connsiteY1" fmla="*/ 0 h 6858000"/>
              <a:gd name="connsiteX2" fmla="*/ 9568721 w 9568721"/>
              <a:gd name="connsiteY2" fmla="*/ 6858000 h 6858000"/>
              <a:gd name="connsiteX3" fmla="*/ 0 w 9568721"/>
              <a:gd name="connsiteY3" fmla="*/ 6858000 h 6858000"/>
              <a:gd name="connsiteX4" fmla="*/ 0 w 9568721"/>
              <a:gd name="connsiteY4" fmla="*/ 6857998 h 6858000"/>
              <a:gd name="connsiteX5" fmla="*/ 167446 w 9568721"/>
              <a:gd name="connsiteY5" fmla="*/ 68579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68721" h="6858000">
                <a:moveTo>
                  <a:pt x="1955447" y="0"/>
                </a:moveTo>
                <a:lnTo>
                  <a:pt x="9568721" y="0"/>
                </a:lnTo>
                <a:lnTo>
                  <a:pt x="9568721" y="6858000"/>
                </a:lnTo>
                <a:lnTo>
                  <a:pt x="0" y="6858000"/>
                </a:lnTo>
                <a:lnTo>
                  <a:pt x="0" y="6857998"/>
                </a:lnTo>
                <a:lnTo>
                  <a:pt x="167446" y="685799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8E3DBC-8B68-468D-8087-25FED93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697" y="1040001"/>
            <a:ext cx="3338625" cy="3150159"/>
          </a:xfrm>
        </p:spPr>
        <p:txBody>
          <a:bodyPr rtlCol="0" anchor="t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0C672D-EAE7-4BF2-81BB-72858B251D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538" y="4240213"/>
            <a:ext cx="3497262" cy="1801812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 rtl="0"/>
            <a:r>
              <a:rPr lang="en-GB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174236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A046725-2805-431E-AA4E-0B018DFB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3C30A62C-FEC9-4F1D-976E-DB003592F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-5979"/>
            <a:ext cx="5111086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A2C262-0DF7-4EBE-8F23-D1240B3B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5" y="675167"/>
            <a:ext cx="3761862" cy="3055078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E531D-ED29-45E2-A30F-0363B29E0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424" y="533400"/>
            <a:ext cx="3794512" cy="5797237"/>
          </a:xfrm>
        </p:spPr>
        <p:txBody>
          <a:bodyPr rtlCol="0" anchor="ctr">
            <a:normAutofit/>
          </a:bodyPr>
          <a:lstStyle>
            <a:lvl1pPr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01F434-3E0E-40D9-A2D3-857BAE77D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" idx="2"/>
          </p:cNvCxnSpPr>
          <p:nvPr userDrawn="1"/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44F5C56-0053-4E4A-BFFF-E98E7B91CC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1096" y="0"/>
            <a:ext cx="2660904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26008DD-DEA7-4900-8D76-128694E123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31096" y="3383280"/>
            <a:ext cx="2660904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985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3DC9447-F266-4B2E-8776-377FB587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F96C23-62A5-470B-9372-63814535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B16D8F-69C0-44C7-95EE-6C7CDECAC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576137" y="0"/>
            <a:ext cx="668374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8FA2190-55B9-429E-AE43-1A9A41DBEB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742121" cy="3434316"/>
          </a:xfrm>
          <a:custGeom>
            <a:avLst/>
            <a:gdLst>
              <a:gd name="connsiteX0" fmla="*/ 0 w 4742121"/>
              <a:gd name="connsiteY0" fmla="*/ 0 h 3434316"/>
              <a:gd name="connsiteX1" fmla="*/ 4306186 w 4742121"/>
              <a:gd name="connsiteY1" fmla="*/ 0 h 3434316"/>
              <a:gd name="connsiteX2" fmla="*/ 4742121 w 4742121"/>
              <a:gd name="connsiteY2" fmla="*/ 3434316 h 3434316"/>
              <a:gd name="connsiteX3" fmla="*/ 0 w 4742121"/>
              <a:gd name="connsiteY3" fmla="*/ 3434316 h 343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2121" h="3434316">
                <a:moveTo>
                  <a:pt x="0" y="0"/>
                </a:moveTo>
                <a:lnTo>
                  <a:pt x="4306186" y="0"/>
                </a:lnTo>
                <a:lnTo>
                  <a:pt x="4742121" y="3434316"/>
                </a:lnTo>
                <a:lnTo>
                  <a:pt x="0" y="343431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2EDFEAD-E435-414E-A9BA-4119679CBA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28F12-C8E8-444E-8B69-9A056160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4" y="2183035"/>
            <a:ext cx="5355266" cy="4121845"/>
          </a:xfrm>
        </p:spPr>
        <p:txBody>
          <a:bodyPr rtlCol="0" anchor="ctr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56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:a16="http://schemas.microsoft.com/office/drawing/2014/main" id="{49714512-90F0-4B35-94F8-E1B4DCE96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50" y="975816"/>
            <a:ext cx="2979897" cy="1264340"/>
          </a:xfrm>
        </p:spPr>
        <p:txBody>
          <a:bodyPr rtlCol="0" anchor="b">
            <a:normAutofit/>
          </a:bodyPr>
          <a:lstStyle>
            <a:lvl1pPr>
              <a:buNone/>
              <a:defRPr/>
            </a:lvl1pPr>
          </a:lstStyle>
          <a:p>
            <a:pPr algn="l" rtl="0"/>
            <a:r>
              <a:rPr lang="en-US" sz="1600"/>
              <a:t>Click to edit Master subtitle style</a:t>
            </a:r>
            <a:endParaRPr lang="en-GB" sz="160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895DE7-C22A-447F-B81A-BDCA25CAF2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08292" y="3"/>
            <a:ext cx="8997356" cy="4581079"/>
          </a:xfrm>
          <a:custGeom>
            <a:avLst/>
            <a:gdLst>
              <a:gd name="connsiteX0" fmla="*/ 0 w 8997356"/>
              <a:gd name="connsiteY0" fmla="*/ 0 h 4581079"/>
              <a:gd name="connsiteX1" fmla="*/ 8983708 w 8997356"/>
              <a:gd name="connsiteY1" fmla="*/ 0 h 4581079"/>
              <a:gd name="connsiteX2" fmla="*/ 8997356 w 8997356"/>
              <a:gd name="connsiteY2" fmla="*/ 893928 h 4581079"/>
              <a:gd name="connsiteX3" fmla="*/ 4060801 w 8997356"/>
              <a:gd name="connsiteY3" fmla="*/ 4581079 h 4581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97356" h="4581079">
                <a:moveTo>
                  <a:pt x="0" y="0"/>
                </a:moveTo>
                <a:lnTo>
                  <a:pt x="8983708" y="0"/>
                </a:lnTo>
                <a:lnTo>
                  <a:pt x="8997356" y="893928"/>
                </a:lnTo>
                <a:lnTo>
                  <a:pt x="4060801" y="4581079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5B5EF63-EEAA-4B07-A2B8-2483452BB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3070" y="883420"/>
            <a:ext cx="4948931" cy="5974580"/>
          </a:xfrm>
          <a:custGeom>
            <a:avLst/>
            <a:gdLst>
              <a:gd name="connsiteX0" fmla="*/ 4948931 w 4948931"/>
              <a:gd name="connsiteY0" fmla="*/ 0 h 5974580"/>
              <a:gd name="connsiteX1" fmla="*/ 4948931 w 4948931"/>
              <a:gd name="connsiteY1" fmla="*/ 5974580 h 5974580"/>
              <a:gd name="connsiteX2" fmla="*/ 2028713 w 4948931"/>
              <a:gd name="connsiteY2" fmla="*/ 5974580 h 5974580"/>
              <a:gd name="connsiteX3" fmla="*/ 0 w 4948931"/>
              <a:gd name="connsiteY3" fmla="*/ 3710792 h 5974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48931" h="5974580">
                <a:moveTo>
                  <a:pt x="4948931" y="0"/>
                </a:moveTo>
                <a:lnTo>
                  <a:pt x="4948931" y="5974580"/>
                </a:lnTo>
                <a:lnTo>
                  <a:pt x="2028713" y="5974580"/>
                </a:lnTo>
                <a:lnTo>
                  <a:pt x="0" y="371079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4F9D0F6-DE6A-44A3-9D9E-A53D0C22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4997" y="4574265"/>
            <a:ext cx="5074516" cy="2298983"/>
          </a:xfrm>
          <a:custGeom>
            <a:avLst/>
            <a:gdLst>
              <a:gd name="connsiteX0" fmla="*/ 3034176 w 5074516"/>
              <a:gd name="connsiteY0" fmla="*/ 0 h 2298983"/>
              <a:gd name="connsiteX1" fmla="*/ 5074516 w 5074516"/>
              <a:gd name="connsiteY1" fmla="*/ 2298983 h 2298983"/>
              <a:gd name="connsiteX2" fmla="*/ 0 w 5074516"/>
              <a:gd name="connsiteY2" fmla="*/ 2298983 h 22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4516" h="2298983">
                <a:moveTo>
                  <a:pt x="3034176" y="0"/>
                </a:moveTo>
                <a:lnTo>
                  <a:pt x="5074516" y="2298983"/>
                </a:lnTo>
                <a:lnTo>
                  <a:pt x="0" y="22989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EE8AE0-4188-4CB6-8BFB-70E163ED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2679192"/>
            <a:ext cx="4946904" cy="3273552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81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5"/>
            <a:ext cx="9906000" cy="4024312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48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5"/>
            <a:ext cx="9906000" cy="2649690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59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08BDEDEF-6AC9-4ADF-B6AE-83CC82D2A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-5979"/>
            <a:ext cx="5111086" cy="687762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  <a:gd name="connsiteX0" fmla="*/ 2702995 w 6699211"/>
              <a:gd name="connsiteY0" fmla="*/ 56139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56139 h 6857998"/>
              <a:gd name="connsiteX0" fmla="*/ 2702995 w 6699211"/>
              <a:gd name="connsiteY0" fmla="*/ 29135 h 6830994"/>
              <a:gd name="connsiteX1" fmla="*/ 6681322 w 6699211"/>
              <a:gd name="connsiteY1" fmla="*/ 0 h 6830994"/>
              <a:gd name="connsiteX2" fmla="*/ 6699211 w 6699211"/>
              <a:gd name="connsiteY2" fmla="*/ 6830994 h 6830994"/>
              <a:gd name="connsiteX3" fmla="*/ 0 w 6699211"/>
              <a:gd name="connsiteY3" fmla="*/ 6817346 h 6830994"/>
              <a:gd name="connsiteX4" fmla="*/ 2702995 w 6699211"/>
              <a:gd name="connsiteY4" fmla="*/ 29135 h 6830994"/>
              <a:gd name="connsiteX0" fmla="*/ 2702995 w 6699211"/>
              <a:gd name="connsiteY0" fmla="*/ 2131 h 6803990"/>
              <a:gd name="connsiteX1" fmla="*/ 6699211 w 6699211"/>
              <a:gd name="connsiteY1" fmla="*/ 0 h 6803990"/>
              <a:gd name="connsiteX2" fmla="*/ 6699211 w 6699211"/>
              <a:gd name="connsiteY2" fmla="*/ 6803990 h 6803990"/>
              <a:gd name="connsiteX3" fmla="*/ 0 w 6699211"/>
              <a:gd name="connsiteY3" fmla="*/ 6790342 h 6803990"/>
              <a:gd name="connsiteX4" fmla="*/ 2702995 w 6699211"/>
              <a:gd name="connsiteY4" fmla="*/ 2131 h 6803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03990">
                <a:moveTo>
                  <a:pt x="2702995" y="2131"/>
                </a:moveTo>
                <a:lnTo>
                  <a:pt x="6699211" y="0"/>
                </a:lnTo>
                <a:lnTo>
                  <a:pt x="6699211" y="6803990"/>
                </a:lnTo>
                <a:lnTo>
                  <a:pt x="0" y="6790342"/>
                </a:lnTo>
                <a:lnTo>
                  <a:pt x="2702995" y="213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0CB336-8515-4565-B747-B4EA83B4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680485"/>
            <a:ext cx="3393440" cy="2748515"/>
          </a:xfrm>
        </p:spPr>
        <p:txBody>
          <a:bodyPr rtlCol="0" anchor="t"/>
          <a:lstStyle/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4F675D-D792-42C0-8961-D2D1D79CD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D2EC4D-FD33-4925-B0A8-68C9818DB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678" y="533399"/>
            <a:ext cx="3678762" cy="5771481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C7C9F55-A39F-4FB9-BEAD-745EA3E0A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1096" y="0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A480833B-6513-44B8-B08A-6FCB3911FE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31096" y="2324100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BCCF25F-1246-4BAE-BAA2-FB33719CF5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31096" y="4535424"/>
            <a:ext cx="2660904" cy="2322576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05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5496CA69-F288-4538-974D-9A68581F49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00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F7CBA7A-8076-4743-AD9E-CB0B2B1D18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45421" y="4319521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B03D9A7-85A7-4570-ADAF-E43C05B52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3000" y="4761768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1" name="Picture Placeholder 49">
            <a:extLst>
              <a:ext uri="{FF2B5EF4-FFF2-40B4-BE49-F238E27FC236}">
                <a16:creationId xmlns:a16="http://schemas.microsoft.com/office/drawing/2014/main" id="{ADF2F19D-7D9A-47B3-8711-A71F034693F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8463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790A904C-841C-438E-BD4B-C18FC28CBD0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89781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11759C1-BECA-460C-916A-079B29E05C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87360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2" name="Picture Placeholder 49">
            <a:extLst>
              <a:ext uri="{FF2B5EF4-FFF2-40B4-BE49-F238E27FC236}">
                <a16:creationId xmlns:a16="http://schemas.microsoft.com/office/drawing/2014/main" id="{4519A595-9DA0-413B-A1E1-B0F059132DD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3737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20274DC-5128-46D8-9229-02288D26493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441406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92FD73-9CD4-4AB0-8DEF-B9D7B1C590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8985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53" name="Picture Placeholder 49">
            <a:extLst>
              <a:ext uri="{FF2B5EF4-FFF2-40B4-BE49-F238E27FC236}">
                <a16:creationId xmlns:a16="http://schemas.microsoft.com/office/drawing/2014/main" id="{ECF2CB24-2F78-42B5-BEC0-904245F3745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9136" y="2350008"/>
            <a:ext cx="1965960" cy="1801368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099301F-F262-4EB4-9AAA-D10A9CF42DC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090610" y="4319520"/>
            <a:ext cx="1963236" cy="365760"/>
          </a:xfrm>
        </p:spPr>
        <p:txBody>
          <a:bodyPr rtlCol="0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Name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BD5BC820-7DAB-4C8E-A7E4-A885BBE9AB8E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088189" y="4761767"/>
            <a:ext cx="1963236" cy="741904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83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810" cy="4351338"/>
          </a:xfrm>
        </p:spPr>
        <p:txBody>
          <a:bodyPr rtlCol="0"/>
          <a:lstStyle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  <a:lvl3pPr>
              <a:lnSpc>
                <a:spcPct val="100000"/>
              </a:lnSpc>
              <a:buNone/>
              <a:defRPr/>
            </a:lvl3pPr>
            <a:lvl4pPr>
              <a:lnSpc>
                <a:spcPct val="100000"/>
              </a:lnSpc>
              <a:buNone/>
              <a:defRPr/>
            </a:lvl4pPr>
            <a:lvl5pPr>
              <a:lnSpc>
                <a:spcPct val="100000"/>
              </a:lnSpc>
              <a:buNone/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21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8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8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03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0851D2E-FEBE-45BF-A78F-C1F61B6C3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2" y="1734325"/>
            <a:ext cx="3200400" cy="823912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sz="2400" b="1" cap="all" spc="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135C99B-A268-4617-89C4-8F3AA2AAA6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2" y="2558237"/>
            <a:ext cx="3200400" cy="3684588"/>
          </a:xfrm>
        </p:spPr>
        <p:txBody>
          <a:bodyPr rtlCol="0">
            <a:normAutofit/>
          </a:bodyPr>
          <a:lstStyle>
            <a:lvl1pPr marL="283464" indent="-283464">
              <a:defRPr sz="2000"/>
            </a:lvl1pPr>
            <a:lvl2pPr marL="283464" indent="-283464">
              <a:defRPr sz="2000"/>
            </a:lvl2pPr>
            <a:lvl3pPr marL="283464" indent="-283464">
              <a:defRPr sz="2000"/>
            </a:lvl3pPr>
            <a:lvl4pPr marL="283464" indent="-283464">
              <a:defRPr sz="2000"/>
            </a:lvl4pPr>
            <a:lvl5pPr marL="283464" indent="-283464">
              <a:defRPr sz="20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025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FC1870-C7ED-435A-8479-DFD344B9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33400"/>
            <a:ext cx="5496636" cy="1685898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55DAF2-123D-4C27-95D2-974B57107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29347"/>
            <a:ext cx="5496636" cy="3821743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3769467-BA9B-49FE-B40A-419EF3276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86070" y="0"/>
            <a:ext cx="2463897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7878E15-1592-426F-A454-7F45682245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49155" y="0"/>
            <a:ext cx="2539797" cy="3429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E318F348-8CAC-4ADD-8162-E88487E44E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86070" y="3383280"/>
            <a:ext cx="2463897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C762F208-8E03-4B5E-9F11-0F01147F6A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49155" y="3383280"/>
            <a:ext cx="2539797" cy="347472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12CC964-A50B-4C29-B4E4-2C30BB34CC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711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AF1A06-62E5-489E-B58B-735C8C7A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69C6C4F-4058-4399-B572-5BE848DDF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7444"/>
            <a:ext cx="496644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26D8E8-8E78-469E-8668-51D3E4C1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158" y="2301949"/>
            <a:ext cx="6238687" cy="4022650"/>
          </a:xfrm>
        </p:spPr>
        <p:txBody>
          <a:bodyPr rtlCol="0"/>
          <a:lstStyle>
            <a:lvl1pPr>
              <a:buNone/>
              <a:defRPr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096BF3-A78D-4B37-892C-A0C327118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478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023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rtlCol="0" anchor="b">
            <a:normAutofit/>
          </a:bodyPr>
          <a:lstStyle>
            <a:lvl1pPr algn="ctr">
              <a:defRPr sz="6600"/>
            </a:lvl1pPr>
          </a:lstStyle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 rtlCol="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97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515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679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975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5752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43FF111-78CB-4983-B8F5-B6B8AB60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213E2B-F1F4-4058-B2C2-73EC82E3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3790" y="1064715"/>
            <a:ext cx="6153912" cy="3922755"/>
          </a:xfrm>
        </p:spPr>
        <p:txBody>
          <a:bodyPr rtlCol="0">
            <a:normAutofit/>
          </a:bodyPr>
          <a:lstStyle>
            <a:lvl1pPr algn="l">
              <a:defRPr sz="4400"/>
            </a:lvl1pPr>
          </a:lstStyle>
          <a:p>
            <a:pPr algn="r"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F3C210C-32A8-4833-93AA-B97D51CEA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3790" y="5033339"/>
            <a:ext cx="6157951" cy="943386"/>
          </a:xfrm>
        </p:spPr>
        <p:txBody>
          <a:bodyPr rtlCol="0"/>
          <a:lstStyle>
            <a:lvl1pPr>
              <a:buNone/>
              <a:defRPr/>
            </a:lvl1pPr>
          </a:lstStyle>
          <a:p>
            <a:pPr algn="r" rtl="0"/>
            <a:r>
              <a:rPr lang="en-US"/>
              <a:t>Click to edit Master subtitle style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FA8250-8F05-4500-98CD-AD8B9E2BA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4A7590-29E0-4C43-A12B-EE5A8672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40C747-2FA3-4C97-A0A7-52520A197E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22" y="0"/>
            <a:ext cx="4811317" cy="6857998"/>
          </a:xfrm>
          <a:custGeom>
            <a:avLst/>
            <a:gdLst>
              <a:gd name="connsiteX0" fmla="*/ 0 w 4811317"/>
              <a:gd name="connsiteY0" fmla="*/ 0 h 6857998"/>
              <a:gd name="connsiteX1" fmla="*/ 4811317 w 4811317"/>
              <a:gd name="connsiteY1" fmla="*/ 0 h 6857998"/>
              <a:gd name="connsiteX2" fmla="*/ 2712446 w 4811317"/>
              <a:gd name="connsiteY2" fmla="*/ 6857998 h 6857998"/>
              <a:gd name="connsiteX3" fmla="*/ 0 w 4811317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046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195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052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en-GB"/>
              <a:t>IT Academy -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312CC964-A50B-4C29-B4E4-2C30BB34CC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03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5" r:id="rId4"/>
    <p:sldLayoutId id="2147483686" r:id="rId5"/>
    <p:sldLayoutId id="2147483662" r:id="rId6"/>
    <p:sldLayoutId id="2147483679" r:id="rId7"/>
    <p:sldLayoutId id="2147483682" r:id="rId8"/>
    <p:sldLayoutId id="2147483687" r:id="rId9"/>
    <p:sldLayoutId id="2147483665" r:id="rId10"/>
    <p:sldLayoutId id="2147483683" r:id="rId11"/>
    <p:sldLayoutId id="2147483677" r:id="rId12"/>
    <p:sldLayoutId id="2147483678" r:id="rId13"/>
    <p:sldLayoutId id="2147483684" r:id="rId14"/>
    <p:sldLayoutId id="2147483661" r:id="rId15"/>
    <p:sldLayoutId id="2147483663" r:id="rId16"/>
    <p:sldLayoutId id="2147483664" r:id="rId17"/>
    <p:sldLayoutId id="2147483666" r:id="rId18"/>
    <p:sldLayoutId id="2147483667" r:id="rId19"/>
    <p:sldLayoutId id="2147483685" r:id="rId20"/>
    <p:sldLayoutId id="2147483668" r:id="rId21"/>
    <p:sldLayoutId id="2147483669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jpe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7.jpe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low angle view of buildings in a city">
            <a:extLst>
              <a:ext uri="{FF2B5EF4-FFF2-40B4-BE49-F238E27FC236}">
                <a16:creationId xmlns:a16="http://schemas.microsoft.com/office/drawing/2014/main" id="{3CF2725B-8BAD-4651-8A3F-80E7338713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0623" y="2381868"/>
            <a:ext cx="5521377" cy="447613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B36C10-A9EA-414E-B3D3-09BAD9FA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2" y="545027"/>
            <a:ext cx="11752288" cy="2072759"/>
          </a:xfrm>
        </p:spPr>
        <p:txBody>
          <a:bodyPr rtlCol="0">
            <a:normAutofit/>
          </a:bodyPr>
          <a:lstStyle/>
          <a:p>
            <a:r>
              <a:rPr lang="en-GB" dirty="0"/>
              <a:t>Tourist Rentals and Housing Markets: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Counterfactual Analysis of Touristic flats License Cancellation in Barcelona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40D27-0E15-4434-A8B8-FC327614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0538" y="4240213"/>
            <a:ext cx="3497262" cy="616600"/>
          </a:xfrm>
        </p:spPr>
        <p:txBody>
          <a:bodyPr rtlCol="0"/>
          <a:lstStyle/>
          <a:p>
            <a:pPr rtl="0"/>
            <a:r>
              <a:rPr lang="en-GB" dirty="0"/>
              <a:t>Ana Cláudia da Costa</a:t>
            </a:r>
          </a:p>
        </p:txBody>
      </p:sp>
    </p:spTree>
    <p:extLst>
      <p:ext uri="{BB962C8B-B14F-4D97-AF65-F5344CB8AC3E}">
        <p14:creationId xmlns:p14="http://schemas.microsoft.com/office/powerpoint/2010/main" val="17096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5E37-3C95-4E35-8624-CC190CC1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54" y="328202"/>
            <a:ext cx="8993705" cy="6070676"/>
          </a:xfrm>
        </p:spPr>
        <p:txBody>
          <a:bodyPr rtlCol="0">
            <a:normAutofit/>
          </a:bodyPr>
          <a:lstStyle/>
          <a:p>
            <a:r>
              <a:rPr lang="en-GB" b="1" dirty="0"/>
              <a:t>What happens to housing prices if all Tourist Flats licenses are cancelled?</a:t>
            </a:r>
            <a:br>
              <a:rPr lang="en-GB" b="1" dirty="0"/>
            </a:br>
            <a:r>
              <a:rPr lang="en-GB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6715-277D-4042-B401-03CD007D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102" y="2383436"/>
            <a:ext cx="6637993" cy="3947201"/>
          </a:xfrm>
        </p:spPr>
        <p:txBody>
          <a:bodyPr rtlCol="0"/>
          <a:lstStyle/>
          <a:p>
            <a:r>
              <a:rPr lang="en-GB" b="1" dirty="0"/>
              <a:t>Hypothesis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Removing Touristic Flats reduce selling prices?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Removing Touristic Flats reduce rental prices?</a:t>
            </a:r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F98A8A15-91B5-4554-95A4-612A5FC0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pic>
        <p:nvPicPr>
          <p:cNvPr id="7" name="Picture Placeholder 6" descr="View of city buildings over the water">
            <a:extLst>
              <a:ext uri="{FF2B5EF4-FFF2-40B4-BE49-F238E27FC236}">
                <a16:creationId xmlns:a16="http://schemas.microsoft.com/office/drawing/2014/main" id="{4C61771D-5836-4E5C-A19A-3F15641B879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1096" y="0"/>
            <a:ext cx="2660904" cy="3429000"/>
          </a:xfrm>
        </p:spPr>
      </p:pic>
      <p:pic>
        <p:nvPicPr>
          <p:cNvPr id="9" name="Picture Placeholder 8" descr="Background Graphic with lights">
            <a:extLst>
              <a:ext uri="{FF2B5EF4-FFF2-40B4-BE49-F238E27FC236}">
                <a16:creationId xmlns:a16="http://schemas.microsoft.com/office/drawing/2014/main" id="{51C83C9C-B18C-4D14-8539-EBB0422AB0F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1096" y="3383280"/>
            <a:ext cx="2660904" cy="3474720"/>
          </a:xfrm>
        </p:spPr>
      </p:pic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4F07F2C9-B12E-4D08-B90F-5E6AA687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D3141030-4F7D-4526-B0FC-1EA787D5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29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99C3-3EDC-4898-A2E4-D8ACEE6A3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rtlCol="0"/>
          <a:lstStyle/>
          <a:p>
            <a:pPr rtl="0"/>
            <a:r>
              <a:rPr lang="en-GB" dirty="0"/>
              <a:t>motivation</a:t>
            </a:r>
          </a:p>
        </p:txBody>
      </p:sp>
      <p:pic>
        <p:nvPicPr>
          <p:cNvPr id="7" name="Picture Placeholder 6" descr="Aerial view of city buildings">
            <a:extLst>
              <a:ext uri="{FF2B5EF4-FFF2-40B4-BE49-F238E27FC236}">
                <a16:creationId xmlns:a16="http://schemas.microsoft.com/office/drawing/2014/main" id="{F718B2F1-208E-4A1D-9716-513B0D7093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4742121" cy="3434316"/>
          </a:xfrm>
        </p:spPr>
      </p:pic>
      <p:pic>
        <p:nvPicPr>
          <p:cNvPr id="9" name="Picture Placeholder 8" descr="A picture containing blue glass buildings with reflection">
            <a:extLst>
              <a:ext uri="{FF2B5EF4-FFF2-40B4-BE49-F238E27FC236}">
                <a16:creationId xmlns:a16="http://schemas.microsoft.com/office/drawing/2014/main" id="{D8F748D4-DB82-42E3-894A-0552C0FD2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" y="3432620"/>
            <a:ext cx="5178056" cy="342538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30D8-AD6A-4638-9059-326759848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4" y="2183035"/>
            <a:ext cx="5355266" cy="412184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GB" dirty="0"/>
              <a:t>Housing affordability is a major public concern, and Barcelona faces an intense tourism pressure.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The city government announced that by 2028 all the hut licences will not be renewed.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What will be the impact on the housing market?  </a:t>
            </a:r>
          </a:p>
          <a:p>
            <a:pPr rtl="0"/>
            <a:r>
              <a:rPr lang="en-GB" dirty="0"/>
              <a:t>Let’s try to answer it.</a:t>
            </a:r>
          </a:p>
        </p:txBody>
      </p:sp>
      <p:sp>
        <p:nvSpPr>
          <p:cNvPr id="182" name="Footer Placeholder 181">
            <a:extLst>
              <a:ext uri="{FF2B5EF4-FFF2-40B4-BE49-F238E27FC236}">
                <a16:creationId xmlns:a16="http://schemas.microsoft.com/office/drawing/2014/main" id="{8BB1C063-9855-4E9A-936C-931C7C65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181" name="Date Placeholder 180">
            <a:extLst>
              <a:ext uri="{FF2B5EF4-FFF2-40B4-BE49-F238E27FC236}">
                <a16:creationId xmlns:a16="http://schemas.microsoft.com/office/drawing/2014/main" id="{374E17A0-656A-4A3F-B8F1-F9FF01F3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183" name="Slide Number Placeholder 182">
            <a:extLst>
              <a:ext uri="{FF2B5EF4-FFF2-40B4-BE49-F238E27FC236}">
                <a16:creationId xmlns:a16="http://schemas.microsoft.com/office/drawing/2014/main" id="{29707739-DA1E-4E29-A977-FC44841F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BA24-03CD-1B97-E53B-E02779DB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16317D84-75E9-D55D-E8B0-681CA0E0EBAB}"/>
              </a:ext>
            </a:extLst>
          </p:cNvPr>
          <p:cNvSpPr txBox="1">
            <a:spLocks/>
          </p:cNvSpPr>
          <p:nvPr/>
        </p:nvSpPr>
        <p:spPr>
          <a:xfrm>
            <a:off x="5693734" y="557304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/>
              <a:t>Glossary – key terms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1BB3DCC8-1B0F-BDDE-5ACC-A011B03A25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743AEB27-560B-E07D-7038-2C948C3DFA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289857F-E096-247C-FB86-57A3453DF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733" y="2183035"/>
            <a:ext cx="6088535" cy="412184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HUT</a:t>
            </a:r>
            <a:r>
              <a:rPr lang="en-US" dirty="0"/>
              <a:t> – Tourist Flats (</a:t>
            </a:r>
            <a:r>
              <a:rPr lang="en-US" dirty="0" err="1"/>
              <a:t>Habitatge</a:t>
            </a:r>
            <a:r>
              <a:rPr lang="en-US" dirty="0"/>
              <a:t> </a:t>
            </a:r>
            <a:r>
              <a:rPr lang="en-US" dirty="0" err="1"/>
              <a:t>d’Ús</a:t>
            </a:r>
            <a:r>
              <a:rPr lang="en-US" dirty="0"/>
              <a:t> </a:t>
            </a:r>
            <a:r>
              <a:rPr lang="en-US" dirty="0" err="1"/>
              <a:t>Turistic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HUT Density </a:t>
            </a:r>
            <a:r>
              <a:rPr lang="en-US" dirty="0"/>
              <a:t>– Number of HUTs per hectare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Baseline Prediction </a:t>
            </a:r>
            <a:r>
              <a:rPr lang="en-US" dirty="0"/>
              <a:t>– Predicted price with existing HUTs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Counterfactual Prediction </a:t>
            </a:r>
            <a:r>
              <a:rPr lang="en-US" dirty="0"/>
              <a:t>– Predicted price assuming no HUTs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Impact (%) </a:t>
            </a:r>
            <a:r>
              <a:rPr lang="en-US" dirty="0"/>
              <a:t>– Percentage difference between baseline and counterfactual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A1072-8CA8-7352-3197-6FE8B066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0D6A6-DF6B-FCE7-86EF-B07F79E4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781C8-67D9-FE5E-A5F0-FAD8D7EC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98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1287D-A9FE-4B57-E51F-9F5D0781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CC95DC54-3C9E-5B1C-26D7-E7BB56206BDF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Important note: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0F36FF91-BF75-B78E-C832-5F1BE3985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35D27-48E8-AFAB-C096-3CA230EE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F340F-8F7D-C22A-E832-5D847D97375D}"/>
              </a:ext>
            </a:extLst>
          </p:cNvPr>
          <p:cNvSpPr txBox="1"/>
          <p:nvPr/>
        </p:nvSpPr>
        <p:spPr>
          <a:xfrm>
            <a:off x="4651743" y="2578308"/>
            <a:ext cx="6950733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400" dirty="0"/>
              <a:t>“This is </a:t>
            </a:r>
            <a:r>
              <a:rPr lang="en-GB" sz="2400" b="1" dirty="0">
                <a:solidFill>
                  <a:srgbClr val="FF0000"/>
                </a:solidFill>
              </a:rPr>
              <a:t>not a forecast </a:t>
            </a:r>
            <a:r>
              <a:rPr lang="en-GB" sz="2400" dirty="0"/>
              <a:t>of what will actually happen, but a </a:t>
            </a:r>
            <a:r>
              <a:rPr lang="en-GB" sz="2400" b="1" dirty="0">
                <a:solidFill>
                  <a:srgbClr val="FF0000"/>
                </a:solidFill>
              </a:rPr>
              <a:t>model‑based simulation </a:t>
            </a:r>
            <a:r>
              <a:rPr lang="en-GB" sz="2400" dirty="0"/>
              <a:t>of what could happen if HUTs disappear, assuming that the relationships observed today remain stable.</a:t>
            </a:r>
          </a:p>
          <a:p>
            <a:endParaRPr lang="en-GB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94388-165E-7779-F837-85F8FAC7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EB444-C097-B877-4711-7D2E7A64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24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4BE3-E506-89BB-5A51-8B3C2ABA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5A17E7-4F8D-C5FC-F827-5DA807D2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787" y="936830"/>
            <a:ext cx="5268060" cy="45154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D281A-D872-F1D9-7831-3B210873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050DE-44CE-BB90-D72F-9871BBEF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43C46-987A-77D3-155F-A4439E9A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6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331E1B9A-2C2B-4CB6-503A-CC1DE1B47ACF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/>
                </a:solidFill>
              </a:rPr>
              <a:t>News!!!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93EA52-A9A7-D23E-5395-8608D6195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774"/>
            <a:ext cx="9906000" cy="370147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5F6043-E642-8C0C-B9BA-B93E58095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02" y="936830"/>
            <a:ext cx="5803383" cy="3732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575979-EE0A-3195-80C3-0395D637C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01" y="942628"/>
            <a:ext cx="5715798" cy="4972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5B3AF0-4C16-820D-99BF-942A343BF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807" y="905905"/>
            <a:ext cx="8734556" cy="454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5A6FB-0317-85AE-1935-9F5A7734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BD95BA13-CE59-EC26-18C5-F0A50754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449" y="2291337"/>
            <a:ext cx="1581371" cy="1286054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0D9C341F-CB9A-E5D1-427D-60F7352F1DF1}"/>
              </a:ext>
            </a:extLst>
          </p:cNvPr>
          <p:cNvSpPr txBox="1">
            <a:spLocks/>
          </p:cNvSpPr>
          <p:nvPr/>
        </p:nvSpPr>
        <p:spPr>
          <a:xfrm>
            <a:off x="5693734" y="557304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Data &amp; tech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CBF198D9-E7A2-C0EB-3CB5-DB868FC34F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08CC440E-4EFD-BDD3-7DC4-F361DB8EE9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DA67A-3142-CF6D-9445-79DBAA9E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9C092-523E-0273-C498-592541E3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0F549-DF5C-9564-4E19-FE6F3C5E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1708C-F7A1-E1DC-DEF6-756EA0B0C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713" y="1880855"/>
            <a:ext cx="2130565" cy="2401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9326CF-32C3-BCF3-1343-3719C9CC0D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959" y="5053028"/>
            <a:ext cx="2991267" cy="1457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F9F992-5F37-C946-C600-2C3B26DE7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4057" y="3761450"/>
            <a:ext cx="2502563" cy="17547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25F0E3-4A85-8E40-6DAB-93CB782C41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474" y="3221130"/>
            <a:ext cx="2612238" cy="1625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6FAC02-DA7E-1F95-6F78-EF3C3A2C1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2631" y="4361553"/>
            <a:ext cx="4028032" cy="1136623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24AE914-7233-483D-E6C1-48A2EDCAE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7363601" y="1951660"/>
            <a:ext cx="2981141" cy="16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C811-D2BB-3608-0EE9-E741B72F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F86F33B8-D63A-9EFB-2DC5-056E890C68ED}"/>
              </a:ext>
            </a:extLst>
          </p:cNvPr>
          <p:cNvSpPr txBox="1">
            <a:spLocks/>
          </p:cNvSpPr>
          <p:nvPr/>
        </p:nvSpPr>
        <p:spPr>
          <a:xfrm>
            <a:off x="5723715" y="302471"/>
            <a:ext cx="5355265" cy="162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Dataset overview</a:t>
            </a:r>
          </a:p>
        </p:txBody>
      </p:sp>
      <p:pic>
        <p:nvPicPr>
          <p:cNvPr id="3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E43604B3-7B24-7006-0E48-8AEDC44B29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noFill/>
        </p:spPr>
      </p:pic>
      <p:pic>
        <p:nvPicPr>
          <p:cNvPr id="8" name="Picture Placeholder 9" descr="View of city buildings over the water">
            <a:extLst>
              <a:ext uri="{FF2B5EF4-FFF2-40B4-BE49-F238E27FC236}">
                <a16:creationId xmlns:a16="http://schemas.microsoft.com/office/drawing/2014/main" id="{4B935981-8784-7EF9-659F-6870430A1B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FEC36-6499-AF61-48E5-2DC323BD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5B667-5431-6C88-DE84-D859CE11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03/2026</a:t>
            </a:r>
            <a:endParaRPr lang="en-GB" kern="1200"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B6DED-BCC9-CD15-FDD7-BDD766D0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1AEBF-5161-D388-FFE5-39F5D163C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201" y="2178851"/>
            <a:ext cx="5355266" cy="4121845"/>
          </a:xfrm>
        </p:spPr>
        <p:txBody>
          <a:bodyPr>
            <a:normAutofit fontScale="92500" lnSpcReduction="20000"/>
          </a:bodyPr>
          <a:lstStyle/>
          <a:p>
            <a:r>
              <a:rPr lang="es-ES" sz="3900" dirty="0"/>
              <a:t>73 </a:t>
            </a:r>
            <a:r>
              <a:rPr lang="es-ES" sz="3900" dirty="0" err="1"/>
              <a:t>Neighborhoods</a:t>
            </a:r>
            <a:r>
              <a:rPr lang="es-ES" sz="3900" dirty="0"/>
              <a:t> </a:t>
            </a:r>
          </a:p>
          <a:p>
            <a:r>
              <a:rPr lang="es-ES" dirty="0"/>
              <a:t>Variables: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Selling</a:t>
            </a:r>
            <a:r>
              <a:rPr lang="es-ES" dirty="0"/>
              <a:t> Price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Rental</a:t>
            </a:r>
            <a:r>
              <a:rPr lang="es-ES" dirty="0"/>
              <a:t> Price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Income</a:t>
            </a:r>
            <a:r>
              <a:rPr lang="es-ES" dirty="0"/>
              <a:t> per </a:t>
            </a:r>
            <a:r>
              <a:rPr lang="es-ES" dirty="0" err="1"/>
              <a:t>capita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 err="1"/>
              <a:t>Foreigh</a:t>
            </a:r>
            <a:r>
              <a:rPr lang="es-ES" dirty="0"/>
              <a:t> </a:t>
            </a: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Hotel </a:t>
            </a:r>
            <a:r>
              <a:rPr lang="es-ES" dirty="0" err="1"/>
              <a:t>density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HUT </a:t>
            </a:r>
            <a:r>
              <a:rPr lang="es-ES" dirty="0" err="1"/>
              <a:t>count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dirty="0"/>
              <a:t>HUT </a:t>
            </a:r>
            <a:r>
              <a:rPr lang="es-ES" dirty="0" err="1"/>
              <a:t>density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18DE6-11BB-77A3-19BB-826FE7FD3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910" y="3064763"/>
            <a:ext cx="276263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A602-4232-AB3E-FE06-85E4424A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4E5B16-25F8-8423-43E7-F756CF43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279"/>
            <a:ext cx="12192000" cy="570272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72C75-5B8F-F9E2-EBB5-441F8B3A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670D0A1-9738-3A06-468A-E270C0F5D2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HUTs</a:t>
            </a:r>
            <a:r>
              <a:rPr lang="es-ES" dirty="0"/>
              <a:t>  </a:t>
            </a:r>
            <a:r>
              <a:rPr lang="es-ES" dirty="0" err="1"/>
              <a:t>distribution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006D0-E263-D344-19A6-6C41A97BF6D9}"/>
              </a:ext>
            </a:extLst>
          </p:cNvPr>
          <p:cNvSpPr txBox="1"/>
          <p:nvPr/>
        </p:nvSpPr>
        <p:spPr>
          <a:xfrm>
            <a:off x="7831497" y="2536448"/>
            <a:ext cx="4241867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HUTs</a:t>
            </a:r>
            <a:r>
              <a:rPr lang="es-ES" sz="2200" dirty="0">
                <a:solidFill>
                  <a:schemeClr val="tx2"/>
                </a:solidFill>
              </a:rPr>
              <a:t> are </a:t>
            </a:r>
            <a:r>
              <a:rPr lang="es-ES" sz="2200" dirty="0" err="1">
                <a:solidFill>
                  <a:schemeClr val="tx2"/>
                </a:solidFill>
              </a:rPr>
              <a:t>highly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unevenly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distributed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concentration</a:t>
            </a:r>
            <a:r>
              <a:rPr lang="es-ES" sz="2200" dirty="0">
                <a:solidFill>
                  <a:schemeClr val="tx2"/>
                </a:solidFill>
              </a:rPr>
              <a:t> in central áreas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Motivates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spatial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analysis</a:t>
            </a:r>
            <a:endParaRPr lang="en-GB" sz="2200" dirty="0">
              <a:solidFill>
                <a:schemeClr val="tx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19DC94-2DF6-B501-AC2C-AA5C75BD7FE1}"/>
              </a:ext>
            </a:extLst>
          </p:cNvPr>
          <p:cNvSpPr/>
          <p:nvPr/>
        </p:nvSpPr>
        <p:spPr>
          <a:xfrm>
            <a:off x="8950739" y="481098"/>
            <a:ext cx="2106607" cy="20553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10.721</a:t>
            </a:r>
            <a:endParaRPr lang="en-GB" sz="3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855CD6-61CC-E469-B705-A19E0F1D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44626-8A02-AEF7-F0ED-622E686F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81046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B3C1C-0A06-4533-8DA4-50514E5F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A4C2F-12B6-403A-AAD2-73AC2A19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EAF4-7E41-4FEA-B534-06CE0882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10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AA7A0-E756-1E8C-159E-F9EDCA65D5A6}"/>
              </a:ext>
            </a:extLst>
          </p:cNvPr>
          <p:cNvSpPr txBox="1"/>
          <p:nvPr/>
        </p:nvSpPr>
        <p:spPr>
          <a:xfrm>
            <a:off x="2403086" y="5752547"/>
            <a:ext cx="759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Strong right‑skewness; a few expensive </a:t>
            </a:r>
            <a:r>
              <a:rPr lang="en-GB" dirty="0" err="1"/>
              <a:t>neighborhoods</a:t>
            </a:r>
            <a:r>
              <a:rPr lang="en-GB" dirty="0"/>
              <a:t> drive dispersion.</a:t>
            </a:r>
          </a:p>
          <a:p>
            <a:endParaRPr lang="en-GB" dirty="0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701C1C35-9BDC-6C6E-C068-1DB672D8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Housing</a:t>
            </a:r>
            <a:r>
              <a:rPr lang="es-ES" sz="4000" dirty="0"/>
              <a:t> </a:t>
            </a:r>
            <a:r>
              <a:rPr lang="es-ES" sz="4000" dirty="0" err="1"/>
              <a:t>market</a:t>
            </a:r>
            <a:endParaRPr lang="en-GB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A8D9C5-0E80-53C6-BF67-50126EB1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71" y="1369616"/>
            <a:ext cx="8078630" cy="400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3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C6DE-240F-CB86-5252-637C5586C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9AA8F-BEB5-14FB-E0E8-C0AAB26C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0A98D-D6EE-5B79-AB84-6FE4D6CA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E5CA9-3C14-F968-5A82-9B8738C3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11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8182D-B1F4-89CB-B39F-BCDE192C7F76}"/>
              </a:ext>
            </a:extLst>
          </p:cNvPr>
          <p:cNvSpPr txBox="1"/>
          <p:nvPr/>
        </p:nvSpPr>
        <p:spPr>
          <a:xfrm>
            <a:off x="2403086" y="5752547"/>
            <a:ext cx="75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Tourism pressure is extremely concentrated in central areas.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D85DEF5B-FD2F-87C5-4FF5-EA19FB49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tourism</a:t>
            </a:r>
            <a:r>
              <a:rPr lang="es-ES" sz="4000" dirty="0"/>
              <a:t> </a:t>
            </a:r>
            <a:r>
              <a:rPr lang="es-ES" sz="4000" dirty="0" err="1"/>
              <a:t>pressure</a:t>
            </a:r>
            <a:endParaRPr lang="en-GB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C9A0E-F132-A523-E293-8F2B3C24E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41" y="1513363"/>
            <a:ext cx="8543033" cy="423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8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9A98-A38A-CEAC-AC64-3B5C52F6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AE156-7649-9F85-88AC-596E299F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9EF77-F5A3-C6F9-AF64-7E426BA7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240-B70A-228C-AEEA-E0090D61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12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19E0B-4065-23A8-FA75-0837FA3898B1}"/>
              </a:ext>
            </a:extLst>
          </p:cNvPr>
          <p:cNvSpPr txBox="1"/>
          <p:nvPr/>
        </p:nvSpPr>
        <p:spPr>
          <a:xfrm>
            <a:off x="2711669" y="6029546"/>
            <a:ext cx="5491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Strong socioeconomic inequality across </a:t>
            </a:r>
            <a:r>
              <a:rPr lang="en-GB" dirty="0" err="1"/>
              <a:t>neighborhoods</a:t>
            </a:r>
            <a:r>
              <a:rPr lang="en-GB" dirty="0"/>
              <a:t>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94CBF78F-1B59-6543-38FB-48EEBDD4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socioeconomic</a:t>
            </a:r>
            <a:r>
              <a:rPr lang="es-ES" sz="4000" dirty="0"/>
              <a:t> variables</a:t>
            </a:r>
            <a:endParaRPr lang="en-GB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C945E8-A4BC-3BD5-0879-7C5B537E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54" y="1145269"/>
            <a:ext cx="9204598" cy="45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6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F19A-AA66-2E0C-38D8-7A757F43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38F52-5071-8038-775D-0C9B167B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 dirty="0"/>
              <a:t>IT Academy - Data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29EED-6D69-DC42-15AB-CA2C8E90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3FE3-B72E-398F-3DFE-197834AA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13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BB352-D524-E3F6-43F4-C9F6F7D8FD25}"/>
              </a:ext>
            </a:extLst>
          </p:cNvPr>
          <p:cNvSpPr txBox="1"/>
          <p:nvPr/>
        </p:nvSpPr>
        <p:spPr>
          <a:xfrm>
            <a:off x="2529210" y="5954404"/>
            <a:ext cx="759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Demographic densities are extremely uneven, with strong central concentration..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C941D0CA-BAF6-BDF6-9EE8-750EF4FF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93"/>
            <a:ext cx="8543033" cy="907058"/>
          </a:xfrm>
        </p:spPr>
        <p:txBody>
          <a:bodyPr rtlCol="0">
            <a:normAutofit fontScale="90000"/>
          </a:bodyPr>
          <a:lstStyle/>
          <a:p>
            <a:r>
              <a:rPr lang="es-ES" sz="4000" dirty="0"/>
              <a:t>Variables </a:t>
            </a:r>
            <a:r>
              <a:rPr lang="es-ES" sz="4000" dirty="0" err="1"/>
              <a:t>distribution</a:t>
            </a:r>
            <a:r>
              <a:rPr lang="es-ES" sz="4000" dirty="0"/>
              <a:t> – </a:t>
            </a:r>
            <a:r>
              <a:rPr lang="es-ES" sz="4000" dirty="0" err="1"/>
              <a:t>demografics</a:t>
            </a:r>
            <a:endParaRPr lang="en-GB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66E7C-29D2-C418-A7C7-44B95C1F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664" y="1248309"/>
            <a:ext cx="9054279" cy="45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B494-6FCF-F57F-E317-EFFDB834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6233B0-264B-270A-2621-641A3615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49" y="-577122"/>
            <a:ext cx="6180109" cy="73411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8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reflection blurRad="1270000" endPos="65000" dist="50800" dir="5400000" sy="-100000" algn="bl" rotWithShape="0"/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05B82-6EE2-63EC-DB10-796A7C9D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E6DF99B-2230-3423-6A17-1607E1F7CB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HUTs</a:t>
            </a:r>
            <a:r>
              <a:rPr lang="es-ES" dirty="0"/>
              <a:t> </a:t>
            </a:r>
            <a:r>
              <a:rPr lang="es-ES" dirty="0" err="1"/>
              <a:t>density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2A7B0-FDF6-9AE5-1246-486706178DDD}"/>
              </a:ext>
            </a:extLst>
          </p:cNvPr>
          <p:cNvSpPr txBox="1"/>
          <p:nvPr/>
        </p:nvSpPr>
        <p:spPr>
          <a:xfrm>
            <a:off x="778519" y="2536448"/>
            <a:ext cx="531748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Visual </a:t>
            </a:r>
            <a:r>
              <a:rPr lang="es-ES" sz="2200" dirty="0" err="1">
                <a:solidFill>
                  <a:schemeClr val="tx2"/>
                </a:solidFill>
              </a:rPr>
              <a:t>concentration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of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tourist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flats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Clear </a:t>
            </a:r>
            <a:r>
              <a:rPr lang="es-ES" sz="2200" dirty="0" err="1">
                <a:solidFill>
                  <a:schemeClr val="tx2"/>
                </a:solidFill>
              </a:rPr>
              <a:t>spatial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Highlights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exposed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policy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change</a:t>
            </a:r>
            <a:endParaRPr lang="en-GB" sz="2200" dirty="0">
              <a:solidFill>
                <a:schemeClr val="tx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369E-EB7C-3B18-7EF8-098233E1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432B-59E9-610B-F5A3-E6E8C957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966744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EF41-267D-8858-0C80-082556D3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8A2D6-BA79-338D-AC82-FFE4180D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2807C55-F881-A815-2584-02601018E86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Unsupervised Clustering of Barcelona </a:t>
            </a:r>
            <a:r>
              <a:rPr lang="en-GB" dirty="0" err="1"/>
              <a:t>Neighborhoods</a:t>
            </a:r>
            <a:r>
              <a:rPr lang="en-GB" dirty="0"/>
              <a:t> (K‑means)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00B4D-D68C-99FC-B1C8-68D064E4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F1EB4-9AC8-94BB-3E80-C5607047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E3FFE-0AE1-A362-62B3-54C6777F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081"/>
            <a:ext cx="9371042" cy="49917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5B68A-E19D-396E-94BC-89FFE26D0694}"/>
              </a:ext>
            </a:extLst>
          </p:cNvPr>
          <p:cNvSpPr txBox="1"/>
          <p:nvPr/>
        </p:nvSpPr>
        <p:spPr>
          <a:xfrm>
            <a:off x="7166139" y="1519223"/>
            <a:ext cx="49072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reflect</a:t>
            </a:r>
            <a:r>
              <a:rPr lang="es-ES" sz="2200" dirty="0">
                <a:solidFill>
                  <a:schemeClr val="tx2"/>
                </a:solidFill>
              </a:rPr>
              <a:t> socio-</a:t>
            </a:r>
            <a:r>
              <a:rPr lang="es-ES" sz="2200" dirty="0" err="1">
                <a:solidFill>
                  <a:schemeClr val="tx2"/>
                </a:solidFill>
              </a:rPr>
              <a:t>economic</a:t>
            </a:r>
            <a:r>
              <a:rPr lang="es-ES" sz="2200" dirty="0">
                <a:solidFill>
                  <a:schemeClr val="tx2"/>
                </a:solidFill>
              </a:rPr>
              <a:t> and </a:t>
            </a:r>
            <a:r>
              <a:rPr lang="es-ES" sz="2200" dirty="0" err="1">
                <a:solidFill>
                  <a:schemeClr val="tx2"/>
                </a:solidFill>
              </a:rPr>
              <a:t>functional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differences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Highlights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structural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heterogeneity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across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Support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need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for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econometric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controls</a:t>
            </a:r>
            <a:r>
              <a:rPr lang="es-ES" sz="2200" dirty="0">
                <a:solidFill>
                  <a:schemeClr val="tx2"/>
                </a:solidFill>
              </a:rPr>
              <a:t> in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model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1D9024-D96E-936F-49EB-F234D9BFF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199" y="5137749"/>
            <a:ext cx="7887801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2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75B4-0460-5DBB-F3F3-BDE3DCF3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B8241-ED52-C7A4-1CFF-202F5F4E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61346-B57E-BC45-E679-1476C583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D775B-DC23-2F54-BCB2-39A9573A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16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AADE658-0B23-8DAE-550E-ABB20807A679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Model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Selling</a:t>
            </a:r>
            <a:r>
              <a:rPr lang="es-ES" dirty="0">
                <a:solidFill>
                  <a:schemeClr val="tx1"/>
                </a:solidFill>
              </a:rPr>
              <a:t> Price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37E32-C61C-D723-F5E9-3FC1AD73325B}"/>
              </a:ext>
            </a:extLst>
          </p:cNvPr>
          <p:cNvSpPr txBox="1"/>
          <p:nvPr/>
        </p:nvSpPr>
        <p:spPr>
          <a:xfrm>
            <a:off x="417534" y="1388570"/>
            <a:ext cx="321915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Dependent</a:t>
            </a:r>
            <a:r>
              <a:rPr lang="es-ES" sz="2200" b="1" dirty="0">
                <a:solidFill>
                  <a:schemeClr val="tx2"/>
                </a:solidFill>
              </a:rPr>
              <a:t>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selling_price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rental_price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>
                <a:solidFill>
                  <a:schemeClr val="tx2"/>
                </a:solidFill>
              </a:rPr>
              <a:t>Key </a:t>
            </a:r>
            <a:r>
              <a:rPr lang="es-ES" sz="2200" b="1" dirty="0" err="1">
                <a:solidFill>
                  <a:schemeClr val="tx2"/>
                </a:solidFill>
              </a:rPr>
              <a:t>regressor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 err="1">
                <a:solidFill>
                  <a:schemeClr val="tx2"/>
                </a:solidFill>
              </a:rPr>
              <a:t>Controls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Income per capita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Populatin</a:t>
            </a:r>
            <a:r>
              <a:rPr lang="en-GB" sz="2200" dirty="0">
                <a:solidFill>
                  <a:schemeClr val="tx2"/>
                </a:solidFill>
              </a:rPr>
              <a:t>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Foreigh</a:t>
            </a:r>
            <a:r>
              <a:rPr lang="en-GB" sz="2200" dirty="0">
                <a:solidFill>
                  <a:schemeClr val="tx2"/>
                </a:solidFill>
              </a:rPr>
              <a:t> Population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Hotel density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64038-E55F-95D1-0FB5-86DB834EC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76" y="1036848"/>
            <a:ext cx="6801799" cy="4858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E5D2F0-8EF4-A5C7-BB02-69713BC2340E}"/>
              </a:ext>
            </a:extLst>
          </p:cNvPr>
          <p:cNvSpPr/>
          <p:nvPr/>
        </p:nvSpPr>
        <p:spPr>
          <a:xfrm>
            <a:off x="4304676" y="4092315"/>
            <a:ext cx="6801799" cy="194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63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7738-D012-2034-CD9A-DB546BC7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C40C-3394-CBB0-7CCA-D53F53B4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DF758-C70C-1A89-2DB3-B26BE99D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97FD2-A63E-1A4E-D594-13D73C5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17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4967AAA-0CD0-BA8C-6EE0-549EAEE7794A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Model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Rental</a:t>
            </a:r>
            <a:r>
              <a:rPr lang="es-ES" dirty="0">
                <a:solidFill>
                  <a:schemeClr val="tx1"/>
                </a:solidFill>
              </a:rPr>
              <a:t> Price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3E33F-80BE-26B3-5045-DE1B3A284F0F}"/>
              </a:ext>
            </a:extLst>
          </p:cNvPr>
          <p:cNvSpPr txBox="1"/>
          <p:nvPr/>
        </p:nvSpPr>
        <p:spPr>
          <a:xfrm>
            <a:off x="417534" y="1388570"/>
            <a:ext cx="321915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Dependent</a:t>
            </a:r>
            <a:r>
              <a:rPr lang="es-ES" sz="2200" b="1" dirty="0">
                <a:solidFill>
                  <a:schemeClr val="tx2"/>
                </a:solidFill>
              </a:rPr>
              <a:t>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selling_price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log(</a:t>
            </a:r>
            <a:r>
              <a:rPr lang="es-ES" sz="2200" dirty="0" err="1">
                <a:solidFill>
                  <a:schemeClr val="tx2"/>
                </a:solidFill>
              </a:rPr>
              <a:t>rental_price</a:t>
            </a:r>
            <a:r>
              <a:rPr lang="es-ES" sz="2200" dirty="0">
                <a:solidFill>
                  <a:schemeClr val="tx2"/>
                </a:solidFill>
              </a:rPr>
              <a:t>)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>
                <a:solidFill>
                  <a:schemeClr val="tx2"/>
                </a:solidFill>
              </a:rPr>
              <a:t>Key </a:t>
            </a:r>
            <a:r>
              <a:rPr lang="es-ES" sz="2200" b="1" dirty="0" err="1">
                <a:solidFill>
                  <a:schemeClr val="tx2"/>
                </a:solidFill>
              </a:rPr>
              <a:t>regressor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r>
              <a:rPr lang="es-ES" sz="2200" b="1" dirty="0" err="1">
                <a:solidFill>
                  <a:schemeClr val="tx2"/>
                </a:solidFill>
              </a:rPr>
              <a:t>Controls</a:t>
            </a:r>
            <a:endParaRPr lang="es-ES" sz="2200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Income per capita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Populatin</a:t>
            </a:r>
            <a:r>
              <a:rPr lang="en-GB" sz="2200" dirty="0">
                <a:solidFill>
                  <a:schemeClr val="tx2"/>
                </a:solidFill>
              </a:rPr>
              <a:t>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tx2"/>
                </a:solidFill>
              </a:rPr>
              <a:t>Foreigh</a:t>
            </a:r>
            <a:r>
              <a:rPr lang="en-GB" sz="2200" dirty="0">
                <a:solidFill>
                  <a:schemeClr val="tx2"/>
                </a:solidFill>
              </a:rPr>
              <a:t> Population density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Hotel density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F4A92-D8B8-D73C-35ED-C996E595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60" y="693629"/>
            <a:ext cx="8068801" cy="52775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46B3EA-B3E9-91A2-DB90-85EA82CC87BA}"/>
              </a:ext>
            </a:extLst>
          </p:cNvPr>
          <p:cNvSpPr/>
          <p:nvPr/>
        </p:nvSpPr>
        <p:spPr>
          <a:xfrm>
            <a:off x="4321960" y="4072214"/>
            <a:ext cx="6801799" cy="194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01120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2159-C9CC-CE73-3234-4ECD232C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BBFCC-0C9B-9B5C-9140-5D98B8C5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81DCA-A3F1-B7AA-BD65-33138074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A3000-972C-E0ED-3EC6-860BA5FF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18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D2BB76B-C6EE-C690-1F59-E3C0E6E1CC76}"/>
              </a:ext>
            </a:extLst>
          </p:cNvPr>
          <p:cNvSpPr txBox="1">
            <a:spLocks/>
          </p:cNvSpPr>
          <p:nvPr/>
        </p:nvSpPr>
        <p:spPr>
          <a:xfrm>
            <a:off x="0" y="101232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a Counterfactual Is Needed: Insights from Other Cities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5D11D-314C-411B-9166-05F7294B5135}"/>
              </a:ext>
            </a:extLst>
          </p:cNvPr>
          <p:cNvSpPr txBox="1"/>
          <p:nvPr/>
        </p:nvSpPr>
        <p:spPr>
          <a:xfrm>
            <a:off x="345281" y="4059776"/>
            <a:ext cx="6535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🇪🇸 Palma de Mallorca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Near‑total ban on tourist rentals in apartments (2018).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Only detached single‑family homes allowed.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Price effects: evidence is mixed, no strong decreases.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chemeClr val="tx2"/>
                </a:solidFill>
              </a:rPr>
              <a:t>Market is much smaller and more tourism‑dependent → not comparable to Barcelona.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17438-0475-AFC9-EB70-6AA551C734EE}"/>
              </a:ext>
            </a:extLst>
          </p:cNvPr>
          <p:cNvSpPr txBox="1"/>
          <p:nvPr/>
        </p:nvSpPr>
        <p:spPr>
          <a:xfrm>
            <a:off x="5111654" y="1421833"/>
            <a:ext cx="69176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🇳🇱 Amsterdam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Partial ban on short‑term rentals in 3 central districts (2020).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Rent prices: little to no measurable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Sale prices: growth slowed slightly (~2–5%), but no price drop.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/>
                </a:solidFill>
              </a:rPr>
              <a:t>Policy was not city‑wide, so not comparable to a full elimination.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AC94AD-0084-4B8A-27FB-D9DC701E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94" y="1483388"/>
            <a:ext cx="3564346" cy="23391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DA76A1-9C4F-847E-1BE1-08561AF71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424" y="3948446"/>
            <a:ext cx="3765382" cy="233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6989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79BF-7232-523C-7671-2CC3C1FE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D986B-9FB4-CD31-BAE9-98CEA8D5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19</a:t>
            </a:fld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3D733BC-7CAB-E8EB-4D2B-2651A05285B1}"/>
              </a:ext>
            </a:extLst>
          </p:cNvPr>
          <p:cNvSpPr txBox="1">
            <a:spLocks/>
          </p:cNvSpPr>
          <p:nvPr/>
        </p:nvSpPr>
        <p:spPr>
          <a:xfrm>
            <a:off x="4616970" y="0"/>
            <a:ext cx="741232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counterfactual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E7CED-32F2-A61D-41E2-06AFE101CC85}"/>
              </a:ext>
            </a:extLst>
          </p:cNvPr>
          <p:cNvSpPr txBox="1"/>
          <p:nvPr/>
        </p:nvSpPr>
        <p:spPr>
          <a:xfrm>
            <a:off x="5183732" y="1982302"/>
            <a:ext cx="6418745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Goal</a:t>
            </a:r>
            <a:r>
              <a:rPr lang="es-ES" sz="2200" dirty="0">
                <a:solidFill>
                  <a:schemeClr val="tx2"/>
                </a:solidFill>
              </a:rPr>
              <a:t> – </a:t>
            </a:r>
            <a:r>
              <a:rPr lang="es-ES" sz="2200" b="1" dirty="0" err="1">
                <a:solidFill>
                  <a:schemeClr val="tx2"/>
                </a:solidFill>
              </a:rPr>
              <a:t>Simulate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effect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of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removing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all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HUTs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from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city</a:t>
            </a:r>
            <a:endParaRPr lang="es-ES" sz="2200" b="1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Estimate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baseline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model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Predicts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with</a:t>
            </a:r>
            <a:r>
              <a:rPr lang="es-ES" sz="2200" dirty="0">
                <a:solidFill>
                  <a:schemeClr val="tx2"/>
                </a:solidFill>
              </a:rPr>
              <a:t> actual 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Set HUT </a:t>
            </a:r>
            <a:r>
              <a:rPr lang="es-ES" sz="2200" dirty="0" err="1">
                <a:solidFill>
                  <a:schemeClr val="tx2"/>
                </a:solidFill>
              </a:rPr>
              <a:t>density</a:t>
            </a:r>
            <a:r>
              <a:rPr lang="es-ES" sz="2200" dirty="0">
                <a:solidFill>
                  <a:schemeClr val="tx2"/>
                </a:solidFill>
              </a:rPr>
              <a:t> = 0</a:t>
            </a: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 err="1">
                <a:solidFill>
                  <a:schemeClr val="tx2"/>
                </a:solidFill>
              </a:rPr>
              <a:t>Predict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counterfactual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2200" dirty="0">
                <a:solidFill>
                  <a:schemeClr val="tx2"/>
                </a:solidFill>
              </a:rPr>
              <a:t>Compute </a:t>
            </a:r>
            <a:r>
              <a:rPr lang="es-ES" sz="2200" dirty="0" err="1">
                <a:solidFill>
                  <a:schemeClr val="tx2"/>
                </a:solidFill>
              </a:rPr>
              <a:t>percentage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8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F81B9B21-6D5E-EC99-0C7D-728E0F909F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75" r="6143"/>
          <a:stretch>
            <a:fillRect/>
          </a:stretch>
        </p:blipFill>
        <p:spPr>
          <a:xfrm>
            <a:off x="1" y="10"/>
            <a:ext cx="4742121" cy="3434306"/>
          </a:xfrm>
          <a:custGeom>
            <a:avLst/>
            <a:gdLst>
              <a:gd name="connsiteX0" fmla="*/ 0 w 4742121"/>
              <a:gd name="connsiteY0" fmla="*/ 0 h 3434316"/>
              <a:gd name="connsiteX1" fmla="*/ 4306186 w 4742121"/>
              <a:gd name="connsiteY1" fmla="*/ 0 h 3434316"/>
              <a:gd name="connsiteX2" fmla="*/ 4742121 w 4742121"/>
              <a:gd name="connsiteY2" fmla="*/ 3434316 h 3434316"/>
              <a:gd name="connsiteX3" fmla="*/ 0 w 4742121"/>
              <a:gd name="connsiteY3" fmla="*/ 3434316 h 343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2121" h="3434316">
                <a:moveTo>
                  <a:pt x="0" y="0"/>
                </a:moveTo>
                <a:lnTo>
                  <a:pt x="4306186" y="0"/>
                </a:lnTo>
                <a:lnTo>
                  <a:pt x="4742121" y="3434316"/>
                </a:lnTo>
                <a:lnTo>
                  <a:pt x="0" y="3434316"/>
                </a:lnTo>
                <a:close/>
              </a:path>
            </a:pathLst>
          </a:custGeom>
          <a:noFill/>
        </p:spPr>
      </p:pic>
      <p:pic>
        <p:nvPicPr>
          <p:cNvPr id="10" name="Picture Placeholder 9" descr="View of city buildings over the water">
            <a:extLst>
              <a:ext uri="{FF2B5EF4-FFF2-40B4-BE49-F238E27FC236}">
                <a16:creationId xmlns:a16="http://schemas.microsoft.com/office/drawing/2014/main" id="{37E14F13-A7C9-7F6C-A88E-8E908C3246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506" r="2" b="13754"/>
          <a:stretch>
            <a:fillRect/>
          </a:stretch>
        </p:blipFill>
        <p:spPr>
          <a:xfrm>
            <a:off x="-5" y="3432620"/>
            <a:ext cx="5178056" cy="3425380"/>
          </a:xfrm>
          <a:custGeom>
            <a:avLst/>
            <a:gdLst>
              <a:gd name="connsiteX0" fmla="*/ 0 w 5178056"/>
              <a:gd name="connsiteY0" fmla="*/ 0 h 3425380"/>
              <a:gd name="connsiteX1" fmla="*/ 4742581 w 5178056"/>
              <a:gd name="connsiteY1" fmla="*/ 0 h 3425380"/>
              <a:gd name="connsiteX2" fmla="*/ 5178056 w 5178056"/>
              <a:gd name="connsiteY2" fmla="*/ 3425380 h 3425380"/>
              <a:gd name="connsiteX3" fmla="*/ 0 w 5178056"/>
              <a:gd name="connsiteY3" fmla="*/ 3425380 h 34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056" h="3425380">
                <a:moveTo>
                  <a:pt x="0" y="0"/>
                </a:moveTo>
                <a:lnTo>
                  <a:pt x="4742581" y="0"/>
                </a:lnTo>
                <a:lnTo>
                  <a:pt x="5178056" y="3425380"/>
                </a:lnTo>
                <a:lnTo>
                  <a:pt x="0" y="3425380"/>
                </a:lnTo>
                <a:close/>
              </a:path>
            </a:pathLst>
          </a:custGeom>
          <a:noFill/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2E9FA92-3A75-19F8-04BA-3B5A3591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835BB39-A33F-627F-51C3-28B6D3AA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IT Academy -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90658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D0EC-0F76-2CB1-2C37-DCEBC947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240AC-DD87-ADF0-4485-CA2B7690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2B27D-7E02-756B-5546-5B153945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D33C4-BC22-0C27-1870-BC173C40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20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A64475EE-27CB-9201-FDE2-23407CD2BF10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Impact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selling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prices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65567-43C7-4656-0551-A3C37F2C3FB8}"/>
              </a:ext>
            </a:extLst>
          </p:cNvPr>
          <p:cNvSpPr txBox="1"/>
          <p:nvPr/>
        </p:nvSpPr>
        <p:spPr>
          <a:xfrm>
            <a:off x="408274" y="1647959"/>
            <a:ext cx="49856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Selling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decrease</a:t>
            </a:r>
            <a:r>
              <a:rPr lang="es-ES" sz="2200" dirty="0">
                <a:solidFill>
                  <a:schemeClr val="tx2"/>
                </a:solidFill>
              </a:rPr>
              <a:t> in </a:t>
            </a:r>
            <a:r>
              <a:rPr lang="es-ES" sz="2200" dirty="0" err="1">
                <a:solidFill>
                  <a:schemeClr val="tx2"/>
                </a:solidFill>
              </a:rPr>
              <a:t>high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tourism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Strongest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effects</a:t>
            </a:r>
            <a:r>
              <a:rPr lang="es-ES" sz="2200" dirty="0">
                <a:solidFill>
                  <a:schemeClr val="tx2"/>
                </a:solidFill>
              </a:rPr>
              <a:t> in central </a:t>
            </a:r>
            <a:r>
              <a:rPr lang="es-ES" sz="2200" dirty="0" err="1">
                <a:solidFill>
                  <a:schemeClr val="tx2"/>
                </a:solidFill>
              </a:rPr>
              <a:t>neighborhoods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78E20-4AF6-7796-1D6C-B89E2DB4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207" y="860610"/>
            <a:ext cx="6337277" cy="5997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624720-4656-0F99-04AC-6C8B0B5074CC}"/>
              </a:ext>
            </a:extLst>
          </p:cNvPr>
          <p:cNvSpPr txBox="1"/>
          <p:nvPr/>
        </p:nvSpPr>
        <p:spPr>
          <a:xfrm>
            <a:off x="640241" y="4326180"/>
            <a:ext cx="525656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tx2"/>
                </a:solidFill>
              </a:rPr>
              <a:t>HUT </a:t>
            </a:r>
            <a:r>
              <a:rPr lang="es-ES" sz="4000" b="1" dirty="0" err="1">
                <a:solidFill>
                  <a:schemeClr val="tx2"/>
                </a:solidFill>
              </a:rPr>
              <a:t>inflate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property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values</a:t>
            </a:r>
            <a:endParaRPr lang="es-ES" sz="4000" b="1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3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11C5-41C1-6279-1FBE-E01E82C4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F8FDC-6548-FE2E-7F15-30CA9612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735" y="884420"/>
            <a:ext cx="6488732" cy="597358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829D5-1E23-7F3D-D90E-DD31BF41A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8E5F8-B587-1ABA-9066-87FE7073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C1F41-6CD6-3B69-6948-2A025EE5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21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0153F66B-FC24-082F-F1A3-A7FC28CB25E7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Impact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rental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prices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D5589-F5EA-CE7F-0B0B-906665D23B3C}"/>
              </a:ext>
            </a:extLst>
          </p:cNvPr>
          <p:cNvSpPr txBox="1"/>
          <p:nvPr/>
        </p:nvSpPr>
        <p:spPr>
          <a:xfrm>
            <a:off x="408274" y="1647959"/>
            <a:ext cx="509626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Rental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price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increase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when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HUTs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disappear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Strongest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effects</a:t>
            </a:r>
            <a:r>
              <a:rPr lang="es-ES" sz="2200" dirty="0">
                <a:solidFill>
                  <a:schemeClr val="tx2"/>
                </a:solidFill>
              </a:rPr>
              <a:t> in central and dense </a:t>
            </a:r>
            <a:r>
              <a:rPr lang="es-ES" sz="2200" dirty="0" err="1">
                <a:solidFill>
                  <a:schemeClr val="tx2"/>
                </a:solidFill>
              </a:rPr>
              <a:t>areas</a:t>
            </a:r>
            <a:endParaRPr lang="es-ES" sz="2200" dirty="0">
              <a:solidFill>
                <a:schemeClr val="tx2"/>
              </a:solidFill>
            </a:endParaRPr>
          </a:p>
          <a:p>
            <a:endParaRPr lang="es-ES" sz="22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6D4A6-0247-ABCA-EBBE-B8056586FF75}"/>
              </a:ext>
            </a:extLst>
          </p:cNvPr>
          <p:cNvSpPr txBox="1"/>
          <p:nvPr/>
        </p:nvSpPr>
        <p:spPr>
          <a:xfrm>
            <a:off x="745172" y="4124395"/>
            <a:ext cx="5715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 err="1">
                <a:solidFill>
                  <a:schemeClr val="tx2"/>
                </a:solidFill>
              </a:rPr>
              <a:t>Demand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shifts</a:t>
            </a:r>
            <a:r>
              <a:rPr lang="es-ES" sz="4000" b="1" dirty="0">
                <a:solidFill>
                  <a:schemeClr val="tx2"/>
                </a:solidFill>
              </a:rPr>
              <a:t> back </a:t>
            </a:r>
            <a:r>
              <a:rPr lang="es-ES" sz="4000" b="1" dirty="0" err="1">
                <a:solidFill>
                  <a:schemeClr val="tx2"/>
                </a:solidFill>
              </a:rPr>
              <a:t>to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the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residential</a:t>
            </a:r>
            <a:r>
              <a:rPr lang="es-ES" sz="4000" b="1" dirty="0">
                <a:solidFill>
                  <a:schemeClr val="tx2"/>
                </a:solidFill>
              </a:rPr>
              <a:t> </a:t>
            </a:r>
            <a:r>
              <a:rPr lang="es-ES" sz="4000" b="1" dirty="0" err="1">
                <a:solidFill>
                  <a:schemeClr val="tx2"/>
                </a:solidFill>
              </a:rPr>
              <a:t>market</a:t>
            </a:r>
            <a:endParaRPr lang="es-ES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337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C1EB-E764-210E-DBC5-3DF6C1E8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94389-0A26-6223-3112-6C2345FA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1E30D-B267-BAB1-7ADB-33545B87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28331-11EF-1320-0B17-32F28C43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22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AFCC3EA-CA6A-77E9-F001-89B7FC9EE9C4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>
                <a:solidFill>
                  <a:schemeClr val="tx1"/>
                </a:solidFill>
              </a:rPr>
              <a:t>Linear relationship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2C07F-0CDF-FFEB-BC69-468CCF5A7E3C}"/>
              </a:ext>
            </a:extLst>
          </p:cNvPr>
          <p:cNvSpPr txBox="1"/>
          <p:nvPr/>
        </p:nvSpPr>
        <p:spPr>
          <a:xfrm>
            <a:off x="6014649" y="5967991"/>
            <a:ext cx="5641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b="1" dirty="0" err="1">
                <a:solidFill>
                  <a:schemeClr val="tx2"/>
                </a:solidFill>
              </a:rPr>
              <a:t>Confirms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opposite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effect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on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the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two</a:t>
            </a:r>
            <a:r>
              <a:rPr lang="es-ES" sz="2200" b="1" dirty="0">
                <a:solidFill>
                  <a:schemeClr val="tx2"/>
                </a:solidFill>
              </a:rPr>
              <a:t> </a:t>
            </a:r>
            <a:r>
              <a:rPr lang="es-ES" sz="2200" b="1" dirty="0" err="1">
                <a:solidFill>
                  <a:schemeClr val="tx2"/>
                </a:solidFill>
              </a:rPr>
              <a:t>markets</a:t>
            </a:r>
            <a:endParaRPr lang="en-GB" sz="2200" b="1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88D4-5E0F-786A-196E-A50A509E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74" y="1293818"/>
            <a:ext cx="10924851" cy="418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38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F562-8E59-D3AD-2A07-5B06D70B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FEA00-8A13-27F3-428A-2E1C05AA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/>
          <a:p>
            <a:pPr rtl="0"/>
            <a:r>
              <a:rPr lang="en-GB"/>
              <a:t>IT Academy - Data Analytics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83D4-763F-36A0-85CE-464242E3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F614-2240-C6A2-A025-EBEB9C6F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23</a:t>
            </a:fld>
            <a:endParaRPr lang="en-GB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A2A245F-8425-00FF-4BF6-1CBEF69F0B09}"/>
              </a:ext>
            </a:extLst>
          </p:cNvPr>
          <p:cNvSpPr txBox="1">
            <a:spLocks/>
          </p:cNvSpPr>
          <p:nvPr/>
        </p:nvSpPr>
        <p:spPr>
          <a:xfrm>
            <a:off x="0" y="-145466"/>
            <a:ext cx="12029298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tx1"/>
                </a:solidFill>
              </a:rPr>
              <a:t>Distribution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of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impacts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B7BFE-B507-0CD9-BC19-2EA22C286C38}"/>
              </a:ext>
            </a:extLst>
          </p:cNvPr>
          <p:cNvSpPr txBox="1"/>
          <p:nvPr/>
        </p:nvSpPr>
        <p:spPr>
          <a:xfrm>
            <a:off x="9039444" y="1341446"/>
            <a:ext cx="30339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Selling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below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zero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Rental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impacts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clusters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above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zero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2"/>
                </a:solidFill>
              </a:rPr>
              <a:t>Clear </a:t>
            </a:r>
            <a:r>
              <a:rPr lang="es-ES" sz="2200" dirty="0" err="1">
                <a:solidFill>
                  <a:schemeClr val="tx2"/>
                </a:solidFill>
              </a:rPr>
              <a:t>assimetry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between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two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markets</a:t>
            </a: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 err="1">
                <a:solidFill>
                  <a:schemeClr val="tx2"/>
                </a:solidFill>
              </a:rPr>
              <a:t>Strong</a:t>
            </a:r>
            <a:r>
              <a:rPr lang="es-ES" sz="2200" dirty="0">
                <a:solidFill>
                  <a:schemeClr val="tx2"/>
                </a:solidFill>
              </a:rPr>
              <a:t> visual </a:t>
            </a:r>
            <a:r>
              <a:rPr lang="es-ES" sz="2200" dirty="0" err="1">
                <a:solidFill>
                  <a:schemeClr val="tx2"/>
                </a:solidFill>
              </a:rPr>
              <a:t>confirmation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of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the</a:t>
            </a:r>
            <a:r>
              <a:rPr lang="es-ES" sz="2200" dirty="0">
                <a:solidFill>
                  <a:schemeClr val="tx2"/>
                </a:solidFill>
              </a:rPr>
              <a:t> </a:t>
            </a:r>
            <a:r>
              <a:rPr lang="es-ES" sz="2200" dirty="0" err="1">
                <a:solidFill>
                  <a:schemeClr val="tx2"/>
                </a:solidFill>
              </a:rPr>
              <a:t>hypotesis</a:t>
            </a:r>
            <a:endParaRPr lang="en-GB" sz="2200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D79AC-0D08-2F9A-962D-A641CF611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7286"/>
            <a:ext cx="8987540" cy="533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73CB-4E4A-9245-7C3F-FA761DA3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9F3F711-92E1-710E-8C95-2C403200C7D0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Limitations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59F2500E-F2D3-6E78-FFB8-99C7E3FCD5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731E3-490A-09B7-C436-CA8AEFC8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8938C-6E15-77B2-9FC5-D9EAC0050A58}"/>
              </a:ext>
            </a:extLst>
          </p:cNvPr>
          <p:cNvSpPr txBox="1"/>
          <p:nvPr/>
        </p:nvSpPr>
        <p:spPr>
          <a:xfrm>
            <a:off x="4966447" y="2108966"/>
            <a:ext cx="6238687" cy="2144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Model-based scenario, not real-world impact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No behavioral or long-run adjustments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Static relationships assumed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No real control group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Small rental effect – cautious interpretation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7BA4E-A07C-25B9-EB21-724E44DB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C4727-2BDB-54AD-A780-06CAC88E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34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4524-5371-68C7-0EA7-3C11C916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8800141A-AC55-C96A-0EA5-D7A23067660E}"/>
              </a:ext>
            </a:extLst>
          </p:cNvPr>
          <p:cNvSpPr txBox="1">
            <a:spLocks/>
          </p:cNvSpPr>
          <p:nvPr/>
        </p:nvSpPr>
        <p:spPr>
          <a:xfrm>
            <a:off x="5834676" y="212835"/>
            <a:ext cx="6238688" cy="1382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Conclusion</a:t>
            </a:r>
          </a:p>
        </p:txBody>
      </p:sp>
      <p:pic>
        <p:nvPicPr>
          <p:cNvPr id="9" name="Picture Placeholder 11" descr="A picture containing glass buildings with reflection">
            <a:extLst>
              <a:ext uri="{FF2B5EF4-FFF2-40B4-BE49-F238E27FC236}">
                <a16:creationId xmlns:a16="http://schemas.microsoft.com/office/drawing/2014/main" id="{036313D8-771C-D1FF-AD83-A1E4D04263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04" r="20971" b="-1"/>
          <a:stretch>
            <a:fillRect/>
          </a:stretch>
        </p:blipFill>
        <p:spPr>
          <a:xfrm>
            <a:off x="20" y="-7444"/>
            <a:ext cx="4966427" cy="6846394"/>
          </a:xfrm>
          <a:custGeom>
            <a:avLst/>
            <a:gdLst>
              <a:gd name="connsiteX0" fmla="*/ 0 w 4966447"/>
              <a:gd name="connsiteY0" fmla="*/ 0 h 6846394"/>
              <a:gd name="connsiteX1" fmla="*/ 4966447 w 4966447"/>
              <a:gd name="connsiteY1" fmla="*/ 0 h 6846394"/>
              <a:gd name="connsiteX2" fmla="*/ 3362258 w 4966447"/>
              <a:gd name="connsiteY2" fmla="*/ 6846394 h 6846394"/>
              <a:gd name="connsiteX3" fmla="*/ 0 w 4966447"/>
              <a:gd name="connsiteY3" fmla="*/ 6846394 h 68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447" h="6846394">
                <a:moveTo>
                  <a:pt x="0" y="0"/>
                </a:moveTo>
                <a:lnTo>
                  <a:pt x="4966447" y="0"/>
                </a:lnTo>
                <a:lnTo>
                  <a:pt x="3362258" y="6846394"/>
                </a:lnTo>
                <a:lnTo>
                  <a:pt x="0" y="6846394"/>
                </a:lnTo>
                <a:close/>
              </a:path>
            </a:pathLst>
          </a:custGeom>
          <a:noFill/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FC3DE-199F-35CD-47A2-394E4B18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IT Academy - Data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60DA9-DAA5-07C6-5B2D-9FF99061A068}"/>
              </a:ext>
            </a:extLst>
          </p:cNvPr>
          <p:cNvSpPr txBox="1"/>
          <p:nvPr/>
        </p:nvSpPr>
        <p:spPr>
          <a:xfrm>
            <a:off x="4966447" y="1284507"/>
            <a:ext cx="6238687" cy="40226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Considering the variables in this study: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Removing HUTs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Lower</a:t>
            </a:r>
            <a:r>
              <a:rPr lang="en-US" sz="2200" b="1" dirty="0">
                <a:solidFill>
                  <a:schemeClr val="tx2"/>
                </a:solidFill>
              </a:rPr>
              <a:t> selling prices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	</a:t>
            </a:r>
            <a:r>
              <a:rPr lang="en-US" sz="2200" b="1" dirty="0">
                <a:solidFill>
                  <a:srgbClr val="FF0000"/>
                </a:solidFill>
              </a:rPr>
              <a:t>Raises</a:t>
            </a:r>
            <a:r>
              <a:rPr lang="en-US" sz="2200" b="1" dirty="0">
                <a:solidFill>
                  <a:schemeClr val="tx2"/>
                </a:solidFill>
              </a:rPr>
              <a:t> rental prices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Effects are spatially concentrated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Tourist pressure significantly shapes housing markets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endParaRPr lang="en-US" sz="2200" dirty="0">
              <a:solidFill>
                <a:schemeClr val="tx2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80000"/>
            </a:pPr>
            <a:r>
              <a:rPr lang="en-US" sz="2200" dirty="0">
                <a:solidFill>
                  <a:schemeClr val="tx2"/>
                </a:solidFill>
              </a:rPr>
              <a:t>Counterfactual confirms the hypothesis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EDC8E-79CE-8D5B-F3C8-3953E38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03/2026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EDC5B-B22C-DB0F-2F87-A9285CBB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12CC964-A50B-4C29-B4E4-2C30BB34CCF3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94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2718-615D-445E-861C-ADF040C4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118" y="2559571"/>
            <a:ext cx="6238688" cy="1382233"/>
          </a:xfrm>
        </p:spPr>
        <p:txBody>
          <a:bodyPr rtlCol="0"/>
          <a:lstStyle/>
          <a:p>
            <a:pPr rtl="0"/>
            <a:r>
              <a:rPr lang="en-GB" dirty="0"/>
              <a:t>Thank you</a:t>
            </a:r>
          </a:p>
        </p:txBody>
      </p:sp>
      <p:pic>
        <p:nvPicPr>
          <p:cNvPr id="6" name="Picture Placeholder 5" descr="A view of a bridge from below">
            <a:extLst>
              <a:ext uri="{FF2B5EF4-FFF2-40B4-BE49-F238E27FC236}">
                <a16:creationId xmlns:a16="http://schemas.microsoft.com/office/drawing/2014/main" id="{610B39E1-AAA7-4199-8B7C-D12DD364E6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444"/>
            <a:ext cx="4966447" cy="6846394"/>
          </a:xfrm>
        </p:spPr>
      </p:pic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B7DBC9F7-37C7-4A2D-ACBC-EBDA3588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429" y="6398878"/>
            <a:ext cx="449731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IT Academy - Data Analytics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4FC5E-CD12-447F-80A6-B27D3009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37102" y="6398878"/>
            <a:ext cx="4193908" cy="365125"/>
          </a:xfrm>
        </p:spPr>
        <p:txBody>
          <a:bodyPr rtlCol="0"/>
          <a:lstStyle/>
          <a:p>
            <a:pPr rtl="0"/>
            <a:r>
              <a:rPr lang="en-US"/>
              <a:t>03/2026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C547C-C2F1-493E-9B64-E089F9DB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477" y="6398878"/>
            <a:ext cx="470887" cy="365125"/>
          </a:xfrm>
        </p:spPr>
        <p:txBody>
          <a:bodyPr rtlCol="0"/>
          <a:lstStyle/>
          <a:p>
            <a:pPr rtl="0"/>
            <a:fld id="{312CC964-A50B-4C29-B4E4-2C30BB34CCF3}" type="slidenum">
              <a:rPr lang="en-GB" smtClean="0"/>
              <a:pPr rtl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307093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5160.tgt.Office_50301404_TF22797433_Win32_OJ112196092" id="{2903BBB8-BE33-4839-B169-4F85AEBE70D9}" vid="{0C7966E0-5557-440A-B8C8-2E4B23DE76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5CABE4-909F-4611-A0E1-6E45080B3C9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1E8BDE-7A03-4563-82F6-53B214F895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7C1F5B-A1D0-429A-8E7C-3E271353D1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{C93AE2EF-1BF5-43F0-B59D-A7C11C93AB00}tf22797433_win32</Template>
  <TotalTime>13682</TotalTime>
  <Words>860</Words>
  <Application>Microsoft Office PowerPoint</Application>
  <PresentationFormat>Widescreen</PresentationFormat>
  <Paragraphs>226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Univers Condensed Light</vt:lpstr>
      <vt:lpstr>Walbaum Display Light</vt:lpstr>
      <vt:lpstr>Wingdings</vt:lpstr>
      <vt:lpstr>AngleLinesVTI</vt:lpstr>
      <vt:lpstr>Tourist Rentals and Housing Markets:  A Counterfactual Analysis of Touristic flats License Cancellation in Barcelona</vt:lpstr>
      <vt:lpstr>What happens to housing prices if all Tourist Flats licenses are cancelled?  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Variables distribution – Housing market</vt:lpstr>
      <vt:lpstr>Variables distribution – tourism pressure</vt:lpstr>
      <vt:lpstr>Variables distribution – socioeconomic variables</vt:lpstr>
      <vt:lpstr>Variables distribution – demografics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Claudia Dionisio</dc:creator>
  <cp:lastModifiedBy>Ana Claudia Dionisio</cp:lastModifiedBy>
  <cp:revision>1</cp:revision>
  <dcterms:created xsi:type="dcterms:W3CDTF">2026-02-17T11:13:39Z</dcterms:created>
  <dcterms:modified xsi:type="dcterms:W3CDTF">2026-03-18T21:12:08Z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